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73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781"/>
  </p:normalViewPr>
  <p:slideViewPr>
    <p:cSldViewPr snapToGrid="0" snapToObjects="1">
      <p:cViewPr varScale="1">
        <p:scale>
          <a:sx n="88" d="100"/>
          <a:sy n="88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CCE4-CD1E-D4C9-A9BE-8B940199D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Hunting snake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ED74A-E8BC-5D4B-9080-86C77A2D54CF}"/>
              </a:ext>
            </a:extLst>
          </p:cNvPr>
          <p:cNvSpPr txBox="1"/>
          <p:nvPr/>
        </p:nvSpPr>
        <p:spPr>
          <a:xfrm>
            <a:off x="4740443" y="4379494"/>
            <a:ext cx="599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Mai Anh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Tuấn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69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DA75-5858-8D75-025B-34CF8FF1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9014" y="1540764"/>
            <a:ext cx="7729728" cy="3101983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- 20127318 – Phan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- 20127441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Anh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- 20127302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- 19127301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19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29C1-63A5-499F-A723-D83891F6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0A81B-36F8-F3BA-4BA4-5166C440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W, S, 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food.</a:t>
            </a:r>
          </a:p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food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food,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food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Round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2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9217-3483-0EB3-711C-02372A71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617EB-D157-BD88-512E-B0756D537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C++</a:t>
            </a:r>
          </a:p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struct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</a:t>
            </a:r>
          </a:p>
          <a:p>
            <a:pPr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</a:p>
          <a:p>
            <a:pPr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</a:t>
            </a:r>
          </a:p>
        </p:txBody>
      </p:sp>
    </p:spTree>
    <p:extLst>
      <p:ext uri="{BB962C8B-B14F-4D97-AF65-F5344CB8AC3E}">
        <p14:creationId xmlns:p14="http://schemas.microsoft.com/office/powerpoint/2010/main" val="138787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DA4696-7C63-D2CA-6B89-96EA09FD3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1431" y="2320309"/>
            <a:ext cx="6798832" cy="408275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9AD141A-620E-C15B-FD93-631E708F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41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35140-C248-38B0-C7FE-48410D3F7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6777" y="1974610"/>
            <a:ext cx="7729728" cy="310198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04813" indent="-404813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New Game: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 1</a:t>
            </a:r>
          </a:p>
          <a:p>
            <a:pPr marL="404813" indent="-404813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High Score: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4813" indent="-404813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Exit game: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1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03E4-23E3-0DF2-5C80-5396DAF9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highScore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72195D-40BD-7D14-E130-61AC51455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371" y="2288876"/>
            <a:ext cx="6705258" cy="405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1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AAE57-804E-87B3-A7F9-C70710656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04" y="1757615"/>
            <a:ext cx="8020902" cy="310198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Score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[None]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(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04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8DC4-AD0E-CAF5-69C3-563ECFE20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7A7446-518B-8D12-4471-6D79DD72B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6914" y="2277673"/>
            <a:ext cx="6778171" cy="401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2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D8859-98D6-7A17-7FA9-6F7BFD417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73037"/>
            <a:ext cx="7729728" cy="310198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286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Round, Length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Pause 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Save: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Load: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Round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</a:t>
            </a:r>
          </a:p>
          <a:p>
            <a:pPr marL="2286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Force Exit: Exit game</a:t>
            </a:r>
          </a:p>
        </p:txBody>
      </p:sp>
    </p:spTree>
    <p:extLst>
      <p:ext uri="{BB962C8B-B14F-4D97-AF65-F5344CB8AC3E}">
        <p14:creationId xmlns:p14="http://schemas.microsoft.com/office/powerpoint/2010/main" val="360112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BAF4-75EA-21B8-FD1E-84D6A411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save game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9CD378-43B8-8F64-283B-0F0AD6D54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5033" y="2244126"/>
            <a:ext cx="6781934" cy="401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6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2B5A-013B-0933-F133-AADD6CA1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load game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DE34A3-6A14-170E-988B-46D303D07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0422" y="2361209"/>
            <a:ext cx="6171155" cy="365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9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A0AF-4F20-EAF0-7EA3-6386FAD8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 </a:t>
            </a:r>
            <a:r>
              <a:rPr lang="en-US" dirty="0" err="1"/>
              <a:t>màn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5B7107-0286-4C57-C32A-4F4C42BD4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3278" y="2385640"/>
            <a:ext cx="6157932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E180-29BF-1C58-174F-FDA7E0FE7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371" y="2162146"/>
            <a:ext cx="10617798" cy="310198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86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BCAC-1E13-C146-8482-99F14ABC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E175B1-75FD-0CF5-6CAE-09C76AEDF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704" y="2314215"/>
            <a:ext cx="5412003" cy="31696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534F14-E2D2-6F46-3504-5ABA19FE0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49" y="2314215"/>
            <a:ext cx="5364517" cy="32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3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E54B7-32BE-1216-1DDF-27198050E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992124"/>
            <a:ext cx="7729728" cy="310198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286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 1, Length 4 : Yes</a:t>
            </a:r>
          </a:p>
          <a:p>
            <a:pPr marL="2286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: No</a:t>
            </a:r>
          </a:p>
        </p:txBody>
      </p:sp>
    </p:spTree>
    <p:extLst>
      <p:ext uri="{BB962C8B-B14F-4D97-AF65-F5344CB8AC3E}">
        <p14:creationId xmlns:p14="http://schemas.microsoft.com/office/powerpoint/2010/main" val="71307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0BDB-CB41-C34B-2F1A-03419B75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F28D1-CCFE-133B-9663-E17F38F6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Save/Load game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food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menu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90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CEBF-6611-F0BB-F540-94088D78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5CF8-2FE0-EC06-7031-99E58AB9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84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F557-8C06-7514-9D86-3B4A0703D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20921"/>
            <a:ext cx="7729728" cy="1188720"/>
          </a:xfrm>
        </p:spPr>
        <p:txBody>
          <a:bodyPr/>
          <a:lstStyle/>
          <a:p>
            <a:r>
              <a:rPr lang="en-US" dirty="0"/>
              <a:t>Demo game</a:t>
            </a:r>
          </a:p>
        </p:txBody>
      </p:sp>
    </p:spTree>
    <p:extLst>
      <p:ext uri="{BB962C8B-B14F-4D97-AF65-F5344CB8AC3E}">
        <p14:creationId xmlns:p14="http://schemas.microsoft.com/office/powerpoint/2010/main" val="165228583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155</TotalTime>
  <Words>522</Words>
  <Application>Microsoft Macintosh PowerPoint</Application>
  <PresentationFormat>Widescreen</PresentationFormat>
  <Paragraphs>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Gill Sans MT</vt:lpstr>
      <vt:lpstr>Times New Roman</vt:lpstr>
      <vt:lpstr>Parcel</vt:lpstr>
      <vt:lpstr> Hunting snake</vt:lpstr>
      <vt:lpstr>PowerPoint Presentation</vt:lpstr>
      <vt:lpstr>Game play</vt:lpstr>
      <vt:lpstr>Kiến thức sử dụng</vt:lpstr>
      <vt:lpstr>Giao diện Chính</vt:lpstr>
      <vt:lpstr>PowerPoint Presentation</vt:lpstr>
      <vt:lpstr>Giao diện của highScore</vt:lpstr>
      <vt:lpstr>PowerPoint Presentation</vt:lpstr>
      <vt:lpstr>Giao diện ingame</vt:lpstr>
      <vt:lpstr>PowerPoint Presentation</vt:lpstr>
      <vt:lpstr>Màn hình save game</vt:lpstr>
      <vt:lpstr>Màn hình load game</vt:lpstr>
      <vt:lpstr>Qua màn</vt:lpstr>
      <vt:lpstr>PowerPoint Presentation</vt:lpstr>
      <vt:lpstr>Giao diện khi va chạm</vt:lpstr>
      <vt:lpstr>PowerPoint Presentation</vt:lpstr>
      <vt:lpstr>Những điều đã làm được</vt:lpstr>
      <vt:lpstr>Những điều chưa làm được</vt:lpstr>
      <vt:lpstr>Demo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Hunting snake</dc:title>
  <dc:creator>ĐINH ANH QUỐC</dc:creator>
  <cp:lastModifiedBy>ĐINH ANH QUỐC</cp:lastModifiedBy>
  <cp:revision>3</cp:revision>
  <dcterms:created xsi:type="dcterms:W3CDTF">2022-04-14T02:22:17Z</dcterms:created>
  <dcterms:modified xsi:type="dcterms:W3CDTF">2022-04-14T07:32:12Z</dcterms:modified>
</cp:coreProperties>
</file>