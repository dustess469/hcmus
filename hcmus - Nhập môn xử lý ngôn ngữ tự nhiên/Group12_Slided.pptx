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9" r:id="rId1"/>
  </p:sldMasterIdLst>
  <p:notesMasterIdLst>
    <p:notesMasterId r:id="rId24"/>
  </p:notesMasterIdLst>
  <p:sldIdLst>
    <p:sldId id="256" r:id="rId2"/>
    <p:sldId id="260" r:id="rId3"/>
    <p:sldId id="268" r:id="rId4"/>
    <p:sldId id="291" r:id="rId5"/>
    <p:sldId id="292" r:id="rId6"/>
    <p:sldId id="293" r:id="rId7"/>
    <p:sldId id="294" r:id="rId8"/>
    <p:sldId id="296" r:id="rId9"/>
    <p:sldId id="282" r:id="rId10"/>
    <p:sldId id="283" r:id="rId11"/>
    <p:sldId id="284" r:id="rId12"/>
    <p:sldId id="285" r:id="rId13"/>
    <p:sldId id="286" r:id="rId14"/>
    <p:sldId id="287" r:id="rId15"/>
    <p:sldId id="289" r:id="rId16"/>
    <p:sldId id="290" r:id="rId17"/>
    <p:sldId id="295" r:id="rId18"/>
    <p:sldId id="301" r:id="rId19"/>
    <p:sldId id="297" r:id="rId20"/>
    <p:sldId id="298" r:id="rId21"/>
    <p:sldId id="300" r:id="rId22"/>
    <p:sldId id="279" r:id="rId23"/>
  </p:sldIdLst>
  <p:sldSz cx="9144000" cy="5143500" type="screen16x9"/>
  <p:notesSz cx="6858000" cy="9144000"/>
  <p:embeddedFontLst>
    <p:embeddedFont>
      <p:font typeface="Cabin" panose="020B0604020202020204" charset="0"/>
      <p:regular r:id="rId25"/>
      <p:bold r:id="rId26"/>
      <p:italic r:id="rId27"/>
      <p:boldItalic r:id="rId28"/>
    </p:embeddedFont>
    <p:embeddedFont>
      <p:font typeface="Epilogue" panose="020B0604020202020204" charset="0"/>
      <p:regular r:id="rId29"/>
      <p:bold r:id="rId30"/>
      <p:italic r:id="rId31"/>
      <p:boldItalic r:id="rId3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1CE6323-F2C8-4DD3-8FE3-3708ABBB2262}">
  <a:tblStyle styleId="{E1CE6323-F2C8-4DD3-8FE3-3708ABBB226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1" d="100"/>
          <a:sy n="111" d="100"/>
        </p:scale>
        <p:origin x="634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2" Type="http://schemas.openxmlformats.org/officeDocument/2006/relationships/font" Target="fonts/font8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4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3.fntdata"/><Relationship Id="rId30" Type="http://schemas.openxmlformats.org/officeDocument/2006/relationships/font" Target="fonts/font6.fntdata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439492C-2505-4E23-8C03-0914FC70ECE7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30E4CABA-42D7-43DF-A96C-3565A94B8576}">
      <dgm:prSet/>
      <dgm:spPr/>
      <dgm:t>
        <a:bodyPr/>
        <a:lstStyle/>
        <a:p>
          <a:r>
            <a:rPr lang="en-US" dirty="0" err="1"/>
            <a:t>Phân</a:t>
          </a:r>
          <a:r>
            <a:rPr lang="en-US" dirty="0"/>
            <a:t> </a:t>
          </a:r>
          <a:r>
            <a:rPr lang="en-US"/>
            <a:t>loại</a:t>
          </a:r>
          <a:r>
            <a:rPr lang="en-US" dirty="0"/>
            <a:t> </a:t>
          </a:r>
          <a:r>
            <a:rPr lang="en-US" dirty="0" err="1"/>
            <a:t>có</a:t>
          </a:r>
          <a:r>
            <a:rPr lang="en-US" dirty="0"/>
            <a:t> </a:t>
          </a:r>
          <a:r>
            <a:rPr lang="en-US" dirty="0" err="1"/>
            <a:t>giám</a:t>
          </a:r>
          <a:r>
            <a:rPr lang="en-US" dirty="0"/>
            <a:t> </a:t>
          </a:r>
          <a:r>
            <a:rPr lang="en-US" dirty="0" err="1"/>
            <a:t>sát</a:t>
          </a:r>
          <a:endParaRPr lang="en-US" dirty="0"/>
        </a:p>
      </dgm:t>
    </dgm:pt>
    <dgm:pt modelId="{7D1CF13E-C144-4BA8-96BB-20C1C5F7BF4A}" type="parTrans" cxnId="{E4FFB984-7055-47F1-984C-97F7C37B12C9}">
      <dgm:prSet/>
      <dgm:spPr/>
      <dgm:t>
        <a:bodyPr/>
        <a:lstStyle/>
        <a:p>
          <a:endParaRPr lang="en-US"/>
        </a:p>
      </dgm:t>
    </dgm:pt>
    <dgm:pt modelId="{D249D664-4972-42DC-9557-60D65A95FE11}" type="sibTrans" cxnId="{E4FFB984-7055-47F1-984C-97F7C37B12C9}">
      <dgm:prSet/>
      <dgm:spPr/>
      <dgm:t>
        <a:bodyPr/>
        <a:lstStyle/>
        <a:p>
          <a:endParaRPr lang="en-US"/>
        </a:p>
      </dgm:t>
    </dgm:pt>
    <dgm:pt modelId="{BA7F89F1-F4E5-4EA9-8E56-24EAD8F9E503}">
      <dgm:prSet/>
      <dgm:spPr/>
      <dgm:t>
        <a:bodyPr/>
        <a:lstStyle/>
        <a:p>
          <a:r>
            <a:rPr lang="en-US"/>
            <a:t>Phân loại không có giám sát</a:t>
          </a:r>
        </a:p>
      </dgm:t>
    </dgm:pt>
    <dgm:pt modelId="{1D59C64F-CCD2-4CCD-923F-A91B77B579B2}" type="parTrans" cxnId="{428E63F0-CB40-4E05-9BA7-82442E4117C2}">
      <dgm:prSet/>
      <dgm:spPr/>
      <dgm:t>
        <a:bodyPr/>
        <a:lstStyle/>
        <a:p>
          <a:endParaRPr lang="en-US"/>
        </a:p>
      </dgm:t>
    </dgm:pt>
    <dgm:pt modelId="{D7A1157F-E4C1-4609-9847-AE1F481BBA78}" type="sibTrans" cxnId="{428E63F0-CB40-4E05-9BA7-82442E4117C2}">
      <dgm:prSet/>
      <dgm:spPr/>
      <dgm:t>
        <a:bodyPr/>
        <a:lstStyle/>
        <a:p>
          <a:endParaRPr lang="en-US"/>
        </a:p>
      </dgm:t>
    </dgm:pt>
    <dgm:pt modelId="{67C6FB7D-3A9B-4C15-BE44-9E2827E62AD4}">
      <dgm:prSet/>
      <dgm:spPr/>
      <dgm:t>
        <a:bodyPr/>
        <a:lstStyle/>
        <a:p>
          <a:r>
            <a:rPr lang="en-US"/>
            <a:t>…</a:t>
          </a:r>
        </a:p>
      </dgm:t>
    </dgm:pt>
    <dgm:pt modelId="{53878920-E6BF-41AD-A5C2-124D25D44D3B}" type="parTrans" cxnId="{6EA111FB-AC03-41AF-8233-7A98C9026839}">
      <dgm:prSet/>
      <dgm:spPr/>
      <dgm:t>
        <a:bodyPr/>
        <a:lstStyle/>
        <a:p>
          <a:endParaRPr lang="en-US"/>
        </a:p>
      </dgm:t>
    </dgm:pt>
    <dgm:pt modelId="{3B01C543-C626-4D4C-B426-BF8DF9FDE1E2}" type="sibTrans" cxnId="{6EA111FB-AC03-41AF-8233-7A98C9026839}">
      <dgm:prSet/>
      <dgm:spPr/>
      <dgm:t>
        <a:bodyPr/>
        <a:lstStyle/>
        <a:p>
          <a:endParaRPr lang="en-US"/>
        </a:p>
      </dgm:t>
    </dgm:pt>
    <dgm:pt modelId="{A374C3EE-063F-4722-AE9A-778549D37661}" type="pres">
      <dgm:prSet presAssocID="{7439492C-2505-4E23-8C03-0914FC70ECE7}" presName="linear" presStyleCnt="0">
        <dgm:presLayoutVars>
          <dgm:dir/>
          <dgm:animLvl val="lvl"/>
          <dgm:resizeHandles val="exact"/>
        </dgm:presLayoutVars>
      </dgm:prSet>
      <dgm:spPr/>
    </dgm:pt>
    <dgm:pt modelId="{B488C3B9-A558-4AE3-A49A-6CD86607FF6F}" type="pres">
      <dgm:prSet presAssocID="{30E4CABA-42D7-43DF-A96C-3565A94B8576}" presName="parentLin" presStyleCnt="0"/>
      <dgm:spPr/>
    </dgm:pt>
    <dgm:pt modelId="{957F21D6-62AF-4C3D-B8DC-FC3238B1E754}" type="pres">
      <dgm:prSet presAssocID="{30E4CABA-42D7-43DF-A96C-3565A94B8576}" presName="parentLeftMargin" presStyleLbl="node1" presStyleIdx="0" presStyleCnt="3"/>
      <dgm:spPr/>
    </dgm:pt>
    <dgm:pt modelId="{B88A7CFE-0D6D-4A61-963A-BE447A47A069}" type="pres">
      <dgm:prSet presAssocID="{30E4CABA-42D7-43DF-A96C-3565A94B8576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DB75E37D-DFA2-4C27-9E73-384E34EF6C93}" type="pres">
      <dgm:prSet presAssocID="{30E4CABA-42D7-43DF-A96C-3565A94B8576}" presName="negativeSpace" presStyleCnt="0"/>
      <dgm:spPr/>
    </dgm:pt>
    <dgm:pt modelId="{C70B8D5B-582E-412F-91D2-7CBC65316192}" type="pres">
      <dgm:prSet presAssocID="{30E4CABA-42D7-43DF-A96C-3565A94B8576}" presName="childText" presStyleLbl="conFgAcc1" presStyleIdx="0" presStyleCnt="3">
        <dgm:presLayoutVars>
          <dgm:bulletEnabled val="1"/>
        </dgm:presLayoutVars>
      </dgm:prSet>
      <dgm:spPr/>
    </dgm:pt>
    <dgm:pt modelId="{BD1E7712-1822-419B-AD60-770E58BA1F27}" type="pres">
      <dgm:prSet presAssocID="{D249D664-4972-42DC-9557-60D65A95FE11}" presName="spaceBetweenRectangles" presStyleCnt="0"/>
      <dgm:spPr/>
    </dgm:pt>
    <dgm:pt modelId="{F67419B6-4E82-4FCC-A493-52EE54E56F82}" type="pres">
      <dgm:prSet presAssocID="{BA7F89F1-F4E5-4EA9-8E56-24EAD8F9E503}" presName="parentLin" presStyleCnt="0"/>
      <dgm:spPr/>
    </dgm:pt>
    <dgm:pt modelId="{53843CF9-3FCA-451F-A98C-C8D616FF4897}" type="pres">
      <dgm:prSet presAssocID="{BA7F89F1-F4E5-4EA9-8E56-24EAD8F9E503}" presName="parentLeftMargin" presStyleLbl="node1" presStyleIdx="0" presStyleCnt="3"/>
      <dgm:spPr/>
    </dgm:pt>
    <dgm:pt modelId="{5BBAC00C-92A7-42EB-B982-0B612C534766}" type="pres">
      <dgm:prSet presAssocID="{BA7F89F1-F4E5-4EA9-8E56-24EAD8F9E503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B7F46D97-8C8E-4F01-A6FF-F121B2D12403}" type="pres">
      <dgm:prSet presAssocID="{BA7F89F1-F4E5-4EA9-8E56-24EAD8F9E503}" presName="negativeSpace" presStyleCnt="0"/>
      <dgm:spPr/>
    </dgm:pt>
    <dgm:pt modelId="{2963E910-981D-4D56-9CBA-B44DA83789E5}" type="pres">
      <dgm:prSet presAssocID="{BA7F89F1-F4E5-4EA9-8E56-24EAD8F9E503}" presName="childText" presStyleLbl="conFgAcc1" presStyleIdx="1" presStyleCnt="3">
        <dgm:presLayoutVars>
          <dgm:bulletEnabled val="1"/>
        </dgm:presLayoutVars>
      </dgm:prSet>
      <dgm:spPr/>
    </dgm:pt>
    <dgm:pt modelId="{B516575C-A31E-4E33-9CDD-9AF45C5CE029}" type="pres">
      <dgm:prSet presAssocID="{D7A1157F-E4C1-4609-9847-AE1F481BBA78}" presName="spaceBetweenRectangles" presStyleCnt="0"/>
      <dgm:spPr/>
    </dgm:pt>
    <dgm:pt modelId="{D6427BD5-E3CD-4E65-9702-68D109273435}" type="pres">
      <dgm:prSet presAssocID="{67C6FB7D-3A9B-4C15-BE44-9E2827E62AD4}" presName="parentLin" presStyleCnt="0"/>
      <dgm:spPr/>
    </dgm:pt>
    <dgm:pt modelId="{BD1AD92C-3398-4818-AA2D-1F5CFAEE097E}" type="pres">
      <dgm:prSet presAssocID="{67C6FB7D-3A9B-4C15-BE44-9E2827E62AD4}" presName="parentLeftMargin" presStyleLbl="node1" presStyleIdx="1" presStyleCnt="3"/>
      <dgm:spPr/>
    </dgm:pt>
    <dgm:pt modelId="{C86C9DB5-8488-4A8C-A98B-77B33E612694}" type="pres">
      <dgm:prSet presAssocID="{67C6FB7D-3A9B-4C15-BE44-9E2827E62AD4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7BC68A65-3487-4E22-87BA-A1B4B57F00E8}" type="pres">
      <dgm:prSet presAssocID="{67C6FB7D-3A9B-4C15-BE44-9E2827E62AD4}" presName="negativeSpace" presStyleCnt="0"/>
      <dgm:spPr/>
    </dgm:pt>
    <dgm:pt modelId="{60DB897A-0AE9-44CD-A941-BBD24D9794CA}" type="pres">
      <dgm:prSet presAssocID="{67C6FB7D-3A9B-4C15-BE44-9E2827E62AD4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B87DCC0B-D7A2-4DC1-8778-0696BDF3C361}" type="presOf" srcId="{30E4CABA-42D7-43DF-A96C-3565A94B8576}" destId="{B88A7CFE-0D6D-4A61-963A-BE447A47A069}" srcOrd="1" destOrd="0" presId="urn:microsoft.com/office/officeart/2005/8/layout/list1"/>
    <dgm:cxn modelId="{19AE5912-EC40-44D8-B817-5F6D2447861B}" type="presOf" srcId="{7439492C-2505-4E23-8C03-0914FC70ECE7}" destId="{A374C3EE-063F-4722-AE9A-778549D37661}" srcOrd="0" destOrd="0" presId="urn:microsoft.com/office/officeart/2005/8/layout/list1"/>
    <dgm:cxn modelId="{4B51241B-DDD2-4935-8460-5652215222D1}" type="presOf" srcId="{67C6FB7D-3A9B-4C15-BE44-9E2827E62AD4}" destId="{BD1AD92C-3398-4818-AA2D-1F5CFAEE097E}" srcOrd="0" destOrd="0" presId="urn:microsoft.com/office/officeart/2005/8/layout/list1"/>
    <dgm:cxn modelId="{342B7536-EEE4-4C7D-87C0-AA82CCD2C2D6}" type="presOf" srcId="{30E4CABA-42D7-43DF-A96C-3565A94B8576}" destId="{957F21D6-62AF-4C3D-B8DC-FC3238B1E754}" srcOrd="0" destOrd="0" presId="urn:microsoft.com/office/officeart/2005/8/layout/list1"/>
    <dgm:cxn modelId="{52A9385C-5585-47BA-AC02-E1409B741598}" type="presOf" srcId="{BA7F89F1-F4E5-4EA9-8E56-24EAD8F9E503}" destId="{5BBAC00C-92A7-42EB-B982-0B612C534766}" srcOrd="1" destOrd="0" presId="urn:microsoft.com/office/officeart/2005/8/layout/list1"/>
    <dgm:cxn modelId="{84B21055-4354-448B-B535-97F11BE09BC4}" type="presOf" srcId="{67C6FB7D-3A9B-4C15-BE44-9E2827E62AD4}" destId="{C86C9DB5-8488-4A8C-A98B-77B33E612694}" srcOrd="1" destOrd="0" presId="urn:microsoft.com/office/officeart/2005/8/layout/list1"/>
    <dgm:cxn modelId="{8C791380-0BF8-44BB-8AA8-831DDE56A774}" type="presOf" srcId="{BA7F89F1-F4E5-4EA9-8E56-24EAD8F9E503}" destId="{53843CF9-3FCA-451F-A98C-C8D616FF4897}" srcOrd="0" destOrd="0" presId="urn:microsoft.com/office/officeart/2005/8/layout/list1"/>
    <dgm:cxn modelId="{E4FFB984-7055-47F1-984C-97F7C37B12C9}" srcId="{7439492C-2505-4E23-8C03-0914FC70ECE7}" destId="{30E4CABA-42D7-43DF-A96C-3565A94B8576}" srcOrd="0" destOrd="0" parTransId="{7D1CF13E-C144-4BA8-96BB-20C1C5F7BF4A}" sibTransId="{D249D664-4972-42DC-9557-60D65A95FE11}"/>
    <dgm:cxn modelId="{428E63F0-CB40-4E05-9BA7-82442E4117C2}" srcId="{7439492C-2505-4E23-8C03-0914FC70ECE7}" destId="{BA7F89F1-F4E5-4EA9-8E56-24EAD8F9E503}" srcOrd="1" destOrd="0" parTransId="{1D59C64F-CCD2-4CCD-923F-A91B77B579B2}" sibTransId="{D7A1157F-E4C1-4609-9847-AE1F481BBA78}"/>
    <dgm:cxn modelId="{6EA111FB-AC03-41AF-8233-7A98C9026839}" srcId="{7439492C-2505-4E23-8C03-0914FC70ECE7}" destId="{67C6FB7D-3A9B-4C15-BE44-9E2827E62AD4}" srcOrd="2" destOrd="0" parTransId="{53878920-E6BF-41AD-A5C2-124D25D44D3B}" sibTransId="{3B01C543-C626-4D4C-B426-BF8DF9FDE1E2}"/>
    <dgm:cxn modelId="{35C07C44-D657-4BDE-9F2A-E00397930352}" type="presParOf" srcId="{A374C3EE-063F-4722-AE9A-778549D37661}" destId="{B488C3B9-A558-4AE3-A49A-6CD86607FF6F}" srcOrd="0" destOrd="0" presId="urn:microsoft.com/office/officeart/2005/8/layout/list1"/>
    <dgm:cxn modelId="{623B9D37-4FA0-4F7F-94CA-A66431CB50BE}" type="presParOf" srcId="{B488C3B9-A558-4AE3-A49A-6CD86607FF6F}" destId="{957F21D6-62AF-4C3D-B8DC-FC3238B1E754}" srcOrd="0" destOrd="0" presId="urn:microsoft.com/office/officeart/2005/8/layout/list1"/>
    <dgm:cxn modelId="{4FE81173-1698-4879-92B1-642376C1ABC7}" type="presParOf" srcId="{B488C3B9-A558-4AE3-A49A-6CD86607FF6F}" destId="{B88A7CFE-0D6D-4A61-963A-BE447A47A069}" srcOrd="1" destOrd="0" presId="urn:microsoft.com/office/officeart/2005/8/layout/list1"/>
    <dgm:cxn modelId="{DCF9C093-9F49-41D3-8291-042903BD7BE1}" type="presParOf" srcId="{A374C3EE-063F-4722-AE9A-778549D37661}" destId="{DB75E37D-DFA2-4C27-9E73-384E34EF6C93}" srcOrd="1" destOrd="0" presId="urn:microsoft.com/office/officeart/2005/8/layout/list1"/>
    <dgm:cxn modelId="{9C3906E9-DFC6-4388-9D24-CEAA08EDBD22}" type="presParOf" srcId="{A374C3EE-063F-4722-AE9A-778549D37661}" destId="{C70B8D5B-582E-412F-91D2-7CBC65316192}" srcOrd="2" destOrd="0" presId="urn:microsoft.com/office/officeart/2005/8/layout/list1"/>
    <dgm:cxn modelId="{D78274FE-54CA-43F6-95ED-171015F5E431}" type="presParOf" srcId="{A374C3EE-063F-4722-AE9A-778549D37661}" destId="{BD1E7712-1822-419B-AD60-770E58BA1F27}" srcOrd="3" destOrd="0" presId="urn:microsoft.com/office/officeart/2005/8/layout/list1"/>
    <dgm:cxn modelId="{36F7167B-13D7-40C5-BB73-1AB97B53313F}" type="presParOf" srcId="{A374C3EE-063F-4722-AE9A-778549D37661}" destId="{F67419B6-4E82-4FCC-A493-52EE54E56F82}" srcOrd="4" destOrd="0" presId="urn:microsoft.com/office/officeart/2005/8/layout/list1"/>
    <dgm:cxn modelId="{C1BDBDD5-AD65-4208-9236-1C6E41DA0A8A}" type="presParOf" srcId="{F67419B6-4E82-4FCC-A493-52EE54E56F82}" destId="{53843CF9-3FCA-451F-A98C-C8D616FF4897}" srcOrd="0" destOrd="0" presId="urn:microsoft.com/office/officeart/2005/8/layout/list1"/>
    <dgm:cxn modelId="{31804643-9C12-432A-89DA-903BEAE4B367}" type="presParOf" srcId="{F67419B6-4E82-4FCC-A493-52EE54E56F82}" destId="{5BBAC00C-92A7-42EB-B982-0B612C534766}" srcOrd="1" destOrd="0" presId="urn:microsoft.com/office/officeart/2005/8/layout/list1"/>
    <dgm:cxn modelId="{E93075A4-25BA-4117-B3D0-17238BBCF19B}" type="presParOf" srcId="{A374C3EE-063F-4722-AE9A-778549D37661}" destId="{B7F46D97-8C8E-4F01-A6FF-F121B2D12403}" srcOrd="5" destOrd="0" presId="urn:microsoft.com/office/officeart/2005/8/layout/list1"/>
    <dgm:cxn modelId="{0C5A8CD1-652A-4FF7-8D9D-ED71E54C2490}" type="presParOf" srcId="{A374C3EE-063F-4722-AE9A-778549D37661}" destId="{2963E910-981D-4D56-9CBA-B44DA83789E5}" srcOrd="6" destOrd="0" presId="urn:microsoft.com/office/officeart/2005/8/layout/list1"/>
    <dgm:cxn modelId="{20A7A7CD-AF9E-4536-8C33-F3596F1C631B}" type="presParOf" srcId="{A374C3EE-063F-4722-AE9A-778549D37661}" destId="{B516575C-A31E-4E33-9CDD-9AF45C5CE029}" srcOrd="7" destOrd="0" presId="urn:microsoft.com/office/officeart/2005/8/layout/list1"/>
    <dgm:cxn modelId="{63A1EFCC-5B80-436A-BAC8-90AFCE208236}" type="presParOf" srcId="{A374C3EE-063F-4722-AE9A-778549D37661}" destId="{D6427BD5-E3CD-4E65-9702-68D109273435}" srcOrd="8" destOrd="0" presId="urn:microsoft.com/office/officeart/2005/8/layout/list1"/>
    <dgm:cxn modelId="{7E9315EF-8ED3-4BB5-B50B-78DF86E421E3}" type="presParOf" srcId="{D6427BD5-E3CD-4E65-9702-68D109273435}" destId="{BD1AD92C-3398-4818-AA2D-1F5CFAEE097E}" srcOrd="0" destOrd="0" presId="urn:microsoft.com/office/officeart/2005/8/layout/list1"/>
    <dgm:cxn modelId="{128A3448-321A-4499-9F95-07CCBF847480}" type="presParOf" srcId="{D6427BD5-E3CD-4E65-9702-68D109273435}" destId="{C86C9DB5-8488-4A8C-A98B-77B33E612694}" srcOrd="1" destOrd="0" presId="urn:microsoft.com/office/officeart/2005/8/layout/list1"/>
    <dgm:cxn modelId="{A4E94909-A023-4382-97AC-46390433D8D1}" type="presParOf" srcId="{A374C3EE-063F-4722-AE9A-778549D37661}" destId="{7BC68A65-3487-4E22-87BA-A1B4B57F00E8}" srcOrd="9" destOrd="0" presId="urn:microsoft.com/office/officeart/2005/8/layout/list1"/>
    <dgm:cxn modelId="{F3C8C2FF-7AA4-45F4-A471-5D437CD8FD81}" type="presParOf" srcId="{A374C3EE-063F-4722-AE9A-778549D37661}" destId="{60DB897A-0AE9-44CD-A941-BBD24D9794CA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E298380-0730-44A4-8407-E2BD67B55FCF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E75FD1BE-8DD6-42DE-B820-5BF41EFBFB99}">
      <dgm:prSet/>
      <dgm:spPr/>
      <dgm:t>
        <a:bodyPr/>
        <a:lstStyle/>
        <a:p>
          <a:r>
            <a:rPr lang="en-US"/>
            <a:t>Rule-based</a:t>
          </a:r>
        </a:p>
      </dgm:t>
    </dgm:pt>
    <dgm:pt modelId="{2378662E-2D7B-49A2-8B4F-4771F1C7B295}" type="parTrans" cxnId="{733975FD-CCB7-4AF6-94CE-C41658F5CE48}">
      <dgm:prSet/>
      <dgm:spPr/>
      <dgm:t>
        <a:bodyPr/>
        <a:lstStyle/>
        <a:p>
          <a:endParaRPr lang="en-US"/>
        </a:p>
      </dgm:t>
    </dgm:pt>
    <dgm:pt modelId="{CFEB786D-83B4-4A6F-AA07-FCB02818D5E7}" type="sibTrans" cxnId="{733975FD-CCB7-4AF6-94CE-C41658F5CE48}">
      <dgm:prSet/>
      <dgm:spPr/>
      <dgm:t>
        <a:bodyPr/>
        <a:lstStyle/>
        <a:p>
          <a:endParaRPr lang="en-US"/>
        </a:p>
      </dgm:t>
    </dgm:pt>
    <dgm:pt modelId="{69AE3D05-2CB0-412C-A406-8238B40DAAB8}">
      <dgm:prSet/>
      <dgm:spPr/>
      <dgm:t>
        <a:bodyPr/>
        <a:lstStyle/>
        <a:p>
          <a:r>
            <a:rPr lang="en-US"/>
            <a:t>Automatic</a:t>
          </a:r>
        </a:p>
      </dgm:t>
    </dgm:pt>
    <dgm:pt modelId="{5F803F10-7A48-47AD-A185-5B2415917C5A}" type="parTrans" cxnId="{CE47C0E7-456E-4117-A757-CA5589DB1C61}">
      <dgm:prSet/>
      <dgm:spPr/>
      <dgm:t>
        <a:bodyPr/>
        <a:lstStyle/>
        <a:p>
          <a:endParaRPr lang="en-US"/>
        </a:p>
      </dgm:t>
    </dgm:pt>
    <dgm:pt modelId="{AC136FC2-9E4B-4214-BC67-221F22D952C7}" type="sibTrans" cxnId="{CE47C0E7-456E-4117-A757-CA5589DB1C61}">
      <dgm:prSet/>
      <dgm:spPr/>
      <dgm:t>
        <a:bodyPr/>
        <a:lstStyle/>
        <a:p>
          <a:endParaRPr lang="en-US"/>
        </a:p>
      </dgm:t>
    </dgm:pt>
    <dgm:pt modelId="{31DE7845-0483-4798-BC93-588AC2D13E78}">
      <dgm:prSet/>
      <dgm:spPr/>
      <dgm:t>
        <a:bodyPr/>
        <a:lstStyle/>
        <a:p>
          <a:r>
            <a:rPr lang="en-US"/>
            <a:t>Hybrid</a:t>
          </a:r>
        </a:p>
      </dgm:t>
    </dgm:pt>
    <dgm:pt modelId="{45238BF6-C3CD-4F18-9474-B29E56D8F9F3}" type="parTrans" cxnId="{963C874E-3775-4499-95F0-4935F7250613}">
      <dgm:prSet/>
      <dgm:spPr/>
      <dgm:t>
        <a:bodyPr/>
        <a:lstStyle/>
        <a:p>
          <a:endParaRPr lang="en-US"/>
        </a:p>
      </dgm:t>
    </dgm:pt>
    <dgm:pt modelId="{968112D2-5380-4768-AEBB-8A668089A39E}" type="sibTrans" cxnId="{963C874E-3775-4499-95F0-4935F7250613}">
      <dgm:prSet/>
      <dgm:spPr/>
      <dgm:t>
        <a:bodyPr/>
        <a:lstStyle/>
        <a:p>
          <a:endParaRPr lang="en-US"/>
        </a:p>
      </dgm:t>
    </dgm:pt>
    <dgm:pt modelId="{21BB07F5-12F6-477D-8480-E730875049C1}" type="pres">
      <dgm:prSet presAssocID="{4E298380-0730-44A4-8407-E2BD67B55FCF}" presName="linear" presStyleCnt="0">
        <dgm:presLayoutVars>
          <dgm:animLvl val="lvl"/>
          <dgm:resizeHandles val="exact"/>
        </dgm:presLayoutVars>
      </dgm:prSet>
      <dgm:spPr/>
    </dgm:pt>
    <dgm:pt modelId="{CCED4F23-48F1-4E71-AE3F-C60B0151B064}" type="pres">
      <dgm:prSet presAssocID="{E75FD1BE-8DD6-42DE-B820-5BF41EFBFB99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83093F5A-C80E-4904-B20C-6B35E45299F5}" type="pres">
      <dgm:prSet presAssocID="{CFEB786D-83B4-4A6F-AA07-FCB02818D5E7}" presName="spacer" presStyleCnt="0"/>
      <dgm:spPr/>
    </dgm:pt>
    <dgm:pt modelId="{5B1B4533-090E-4E4D-975D-CCF148FFB454}" type="pres">
      <dgm:prSet presAssocID="{69AE3D05-2CB0-412C-A406-8238B40DAAB8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D8765D23-A6A3-4CB4-A252-DC3EAB56A751}" type="pres">
      <dgm:prSet presAssocID="{AC136FC2-9E4B-4214-BC67-221F22D952C7}" presName="spacer" presStyleCnt="0"/>
      <dgm:spPr/>
    </dgm:pt>
    <dgm:pt modelId="{A2FFD5C0-CB3B-4DDB-83BB-BB4601BF65FD}" type="pres">
      <dgm:prSet presAssocID="{31DE7845-0483-4798-BC93-588AC2D13E78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B5883B34-402D-4C47-81D9-AC10B359B355}" type="presOf" srcId="{31DE7845-0483-4798-BC93-588AC2D13E78}" destId="{A2FFD5C0-CB3B-4DDB-83BB-BB4601BF65FD}" srcOrd="0" destOrd="0" presId="urn:microsoft.com/office/officeart/2005/8/layout/vList2"/>
    <dgm:cxn modelId="{B3EFC16D-57EE-44CA-867B-344BCCE22339}" type="presOf" srcId="{4E298380-0730-44A4-8407-E2BD67B55FCF}" destId="{21BB07F5-12F6-477D-8480-E730875049C1}" srcOrd="0" destOrd="0" presId="urn:microsoft.com/office/officeart/2005/8/layout/vList2"/>
    <dgm:cxn modelId="{963C874E-3775-4499-95F0-4935F7250613}" srcId="{4E298380-0730-44A4-8407-E2BD67B55FCF}" destId="{31DE7845-0483-4798-BC93-588AC2D13E78}" srcOrd="2" destOrd="0" parTransId="{45238BF6-C3CD-4F18-9474-B29E56D8F9F3}" sibTransId="{968112D2-5380-4768-AEBB-8A668089A39E}"/>
    <dgm:cxn modelId="{7753C9BD-D32A-428D-8473-2375325B4BB0}" type="presOf" srcId="{E75FD1BE-8DD6-42DE-B820-5BF41EFBFB99}" destId="{CCED4F23-48F1-4E71-AE3F-C60B0151B064}" srcOrd="0" destOrd="0" presId="urn:microsoft.com/office/officeart/2005/8/layout/vList2"/>
    <dgm:cxn modelId="{02D6FED6-AC19-4EE9-A081-9BA5E0BB88F5}" type="presOf" srcId="{69AE3D05-2CB0-412C-A406-8238B40DAAB8}" destId="{5B1B4533-090E-4E4D-975D-CCF148FFB454}" srcOrd="0" destOrd="0" presId="urn:microsoft.com/office/officeart/2005/8/layout/vList2"/>
    <dgm:cxn modelId="{CE47C0E7-456E-4117-A757-CA5589DB1C61}" srcId="{4E298380-0730-44A4-8407-E2BD67B55FCF}" destId="{69AE3D05-2CB0-412C-A406-8238B40DAAB8}" srcOrd="1" destOrd="0" parTransId="{5F803F10-7A48-47AD-A185-5B2415917C5A}" sibTransId="{AC136FC2-9E4B-4214-BC67-221F22D952C7}"/>
    <dgm:cxn modelId="{733975FD-CCB7-4AF6-94CE-C41658F5CE48}" srcId="{4E298380-0730-44A4-8407-E2BD67B55FCF}" destId="{E75FD1BE-8DD6-42DE-B820-5BF41EFBFB99}" srcOrd="0" destOrd="0" parTransId="{2378662E-2D7B-49A2-8B4F-4771F1C7B295}" sibTransId="{CFEB786D-83B4-4A6F-AA07-FCB02818D5E7}"/>
    <dgm:cxn modelId="{CA8F4BE3-A555-49D1-A0BB-B6B834BAA44A}" type="presParOf" srcId="{21BB07F5-12F6-477D-8480-E730875049C1}" destId="{CCED4F23-48F1-4E71-AE3F-C60B0151B064}" srcOrd="0" destOrd="0" presId="urn:microsoft.com/office/officeart/2005/8/layout/vList2"/>
    <dgm:cxn modelId="{4B70DCC4-AA43-4AC3-B55E-E554A8B91AF5}" type="presParOf" srcId="{21BB07F5-12F6-477D-8480-E730875049C1}" destId="{83093F5A-C80E-4904-B20C-6B35E45299F5}" srcOrd="1" destOrd="0" presId="urn:microsoft.com/office/officeart/2005/8/layout/vList2"/>
    <dgm:cxn modelId="{4D096513-46EC-4E38-B3E2-6661A5FE06F3}" type="presParOf" srcId="{21BB07F5-12F6-477D-8480-E730875049C1}" destId="{5B1B4533-090E-4E4D-975D-CCF148FFB454}" srcOrd="2" destOrd="0" presId="urn:microsoft.com/office/officeart/2005/8/layout/vList2"/>
    <dgm:cxn modelId="{A7DDF63E-8025-4DF1-9E21-DB6C82D7791F}" type="presParOf" srcId="{21BB07F5-12F6-477D-8480-E730875049C1}" destId="{D8765D23-A6A3-4CB4-A252-DC3EAB56A751}" srcOrd="3" destOrd="0" presId="urn:microsoft.com/office/officeart/2005/8/layout/vList2"/>
    <dgm:cxn modelId="{BC041890-BC3E-40AA-9E1A-7E5FD7E9FFA1}" type="presParOf" srcId="{21BB07F5-12F6-477D-8480-E730875049C1}" destId="{A2FFD5C0-CB3B-4DDB-83BB-BB4601BF65FD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70B8D5B-582E-412F-91D2-7CBC65316192}">
      <dsp:nvSpPr>
        <dsp:cNvPr id="0" name=""/>
        <dsp:cNvSpPr/>
      </dsp:nvSpPr>
      <dsp:spPr>
        <a:xfrm>
          <a:off x="0" y="603241"/>
          <a:ext cx="2709861" cy="453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88A7CFE-0D6D-4A61-963A-BE447A47A069}">
      <dsp:nvSpPr>
        <dsp:cNvPr id="0" name=""/>
        <dsp:cNvSpPr/>
      </dsp:nvSpPr>
      <dsp:spPr>
        <a:xfrm>
          <a:off x="135493" y="337561"/>
          <a:ext cx="1896903" cy="5313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1698" tIns="0" rIns="71698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 err="1"/>
            <a:t>Phân</a:t>
          </a:r>
          <a:r>
            <a:rPr lang="en-US" sz="1800" kern="1200" dirty="0"/>
            <a:t> </a:t>
          </a:r>
          <a:r>
            <a:rPr lang="en-US" sz="1800" kern="1200"/>
            <a:t>loại</a:t>
          </a:r>
          <a:r>
            <a:rPr lang="en-US" sz="1800" kern="1200" dirty="0"/>
            <a:t> </a:t>
          </a:r>
          <a:r>
            <a:rPr lang="en-US" sz="1800" kern="1200" dirty="0" err="1"/>
            <a:t>có</a:t>
          </a:r>
          <a:r>
            <a:rPr lang="en-US" sz="1800" kern="1200" dirty="0"/>
            <a:t> </a:t>
          </a:r>
          <a:r>
            <a:rPr lang="en-US" sz="1800" kern="1200" dirty="0" err="1"/>
            <a:t>giám</a:t>
          </a:r>
          <a:r>
            <a:rPr lang="en-US" sz="1800" kern="1200" dirty="0"/>
            <a:t> </a:t>
          </a:r>
          <a:r>
            <a:rPr lang="en-US" sz="1800" kern="1200" dirty="0" err="1"/>
            <a:t>sát</a:t>
          </a:r>
          <a:endParaRPr lang="en-US" sz="1800" kern="1200" dirty="0"/>
        </a:p>
      </dsp:txBody>
      <dsp:txXfrm>
        <a:off x="161432" y="363500"/>
        <a:ext cx="1845025" cy="479482"/>
      </dsp:txXfrm>
    </dsp:sp>
    <dsp:sp modelId="{2963E910-981D-4D56-9CBA-B44DA83789E5}">
      <dsp:nvSpPr>
        <dsp:cNvPr id="0" name=""/>
        <dsp:cNvSpPr/>
      </dsp:nvSpPr>
      <dsp:spPr>
        <a:xfrm>
          <a:off x="0" y="1419721"/>
          <a:ext cx="2709861" cy="453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BBAC00C-92A7-42EB-B982-0B612C534766}">
      <dsp:nvSpPr>
        <dsp:cNvPr id="0" name=""/>
        <dsp:cNvSpPr/>
      </dsp:nvSpPr>
      <dsp:spPr>
        <a:xfrm>
          <a:off x="135493" y="1154041"/>
          <a:ext cx="1896903" cy="5313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1698" tIns="0" rIns="71698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Phân loại không có giám sát</a:t>
          </a:r>
        </a:p>
      </dsp:txBody>
      <dsp:txXfrm>
        <a:off x="161432" y="1179980"/>
        <a:ext cx="1845025" cy="479482"/>
      </dsp:txXfrm>
    </dsp:sp>
    <dsp:sp modelId="{60DB897A-0AE9-44CD-A941-BBD24D9794CA}">
      <dsp:nvSpPr>
        <dsp:cNvPr id="0" name=""/>
        <dsp:cNvSpPr/>
      </dsp:nvSpPr>
      <dsp:spPr>
        <a:xfrm>
          <a:off x="0" y="2236201"/>
          <a:ext cx="2709861" cy="453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86C9DB5-8488-4A8C-A98B-77B33E612694}">
      <dsp:nvSpPr>
        <dsp:cNvPr id="0" name=""/>
        <dsp:cNvSpPr/>
      </dsp:nvSpPr>
      <dsp:spPr>
        <a:xfrm>
          <a:off x="135493" y="1970521"/>
          <a:ext cx="1896903" cy="5313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1698" tIns="0" rIns="71698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…</a:t>
          </a:r>
        </a:p>
      </dsp:txBody>
      <dsp:txXfrm>
        <a:off x="161432" y="1996460"/>
        <a:ext cx="1845025" cy="47948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CED4F23-48F1-4E71-AE3F-C60B0151B064}">
      <dsp:nvSpPr>
        <dsp:cNvPr id="0" name=""/>
        <dsp:cNvSpPr/>
      </dsp:nvSpPr>
      <dsp:spPr>
        <a:xfrm>
          <a:off x="0" y="184381"/>
          <a:ext cx="2709861" cy="81899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Rule-based</a:t>
          </a:r>
        </a:p>
      </dsp:txBody>
      <dsp:txXfrm>
        <a:off x="39980" y="224361"/>
        <a:ext cx="2629901" cy="739039"/>
      </dsp:txXfrm>
    </dsp:sp>
    <dsp:sp modelId="{5B1B4533-090E-4E4D-975D-CCF148FFB454}">
      <dsp:nvSpPr>
        <dsp:cNvPr id="0" name=""/>
        <dsp:cNvSpPr/>
      </dsp:nvSpPr>
      <dsp:spPr>
        <a:xfrm>
          <a:off x="0" y="1104181"/>
          <a:ext cx="2709861" cy="818999"/>
        </a:xfrm>
        <a:prstGeom prst="roundRect">
          <a:avLst/>
        </a:prstGeom>
        <a:solidFill>
          <a:schemeClr val="accent2">
            <a:hueOff val="621765"/>
            <a:satOff val="-7596"/>
            <a:lumOff val="-5294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Automatic</a:t>
          </a:r>
        </a:p>
      </dsp:txBody>
      <dsp:txXfrm>
        <a:off x="39980" y="1144161"/>
        <a:ext cx="2629901" cy="739039"/>
      </dsp:txXfrm>
    </dsp:sp>
    <dsp:sp modelId="{A2FFD5C0-CB3B-4DDB-83BB-BB4601BF65FD}">
      <dsp:nvSpPr>
        <dsp:cNvPr id="0" name=""/>
        <dsp:cNvSpPr/>
      </dsp:nvSpPr>
      <dsp:spPr>
        <a:xfrm>
          <a:off x="0" y="2023981"/>
          <a:ext cx="2709861" cy="818999"/>
        </a:xfrm>
        <a:prstGeom prst="roundRect">
          <a:avLst/>
        </a:prstGeom>
        <a:solidFill>
          <a:schemeClr val="accent2">
            <a:hueOff val="1243530"/>
            <a:satOff val="-15193"/>
            <a:lumOff val="-1058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Hybrid</a:t>
          </a:r>
        </a:p>
      </dsp:txBody>
      <dsp:txXfrm>
        <a:off x="39980" y="2063961"/>
        <a:ext cx="2629901" cy="73903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8" name="Google Shape;50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g14c2555d3ae_0_4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6" name="Google Shape;606;g14c2555d3ae_0_4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g14c2555d3ae_0_7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2" name="Google Shape;792;g14c2555d3ae_0_7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6" name="Google Shape;1086;gc6f6f4ce3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7" name="Google Shape;1087;gc6f6f4ce3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256135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7" name="Google Shape;1107;gb1fa4ddd8c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8" name="Google Shape;1108;gb1fa4ddd8c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78117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7" name="Google Shape;1107;gb1fa4ddd8c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8" name="Google Shape;1108;gb1fa4ddd8c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3973293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6" name="Google Shape;1086;gc6f6f4ce3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7" name="Google Shape;1087;gc6f6f4ce3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6037464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7" name="Google Shape;1107;gb1fa4ddd8c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8" name="Google Shape;1108;gb1fa4ddd8c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7462849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8" name="Google Shape;1008;g14c2555d3ae_0_19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9" name="Google Shape;1009;g14c2555d3ae_0_19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0834950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g14c2555d3ae_0_4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6" name="Google Shape;606;g14c2555d3ae_0_4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0804185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7" name="Google Shape;1067;g14c2555d3ae_0_34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8" name="Google Shape;1068;g14c2555d3ae_0_34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520575" y="819150"/>
            <a:ext cx="8079900" cy="3898800"/>
          </a:xfrm>
          <a:prstGeom prst="roundRect">
            <a:avLst>
              <a:gd name="adj" fmla="val 3542"/>
            </a:avLst>
          </a:prstGeom>
          <a:solidFill>
            <a:srgbClr val="88A6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2"/>
          <p:cNvSpPr/>
          <p:nvPr/>
        </p:nvSpPr>
        <p:spPr>
          <a:xfrm>
            <a:off x="697000" y="1197178"/>
            <a:ext cx="7727022" cy="2792412"/>
          </a:xfrm>
          <a:custGeom>
            <a:avLst/>
            <a:gdLst/>
            <a:ahLst/>
            <a:cxnLst/>
            <a:rect l="l" t="t" r="r" b="b"/>
            <a:pathLst>
              <a:path w="41831" h="15117" extrusionOk="0">
                <a:moveTo>
                  <a:pt x="1074" y="0"/>
                </a:moveTo>
                <a:lnTo>
                  <a:pt x="40757" y="0"/>
                </a:lnTo>
                <a:cubicBezTo>
                  <a:pt x="41345" y="0"/>
                  <a:pt x="41831" y="483"/>
                  <a:pt x="41831" y="1076"/>
                </a:cubicBezTo>
                <a:lnTo>
                  <a:pt x="41831" y="14043"/>
                </a:lnTo>
                <a:cubicBezTo>
                  <a:pt x="41831" y="14631"/>
                  <a:pt x="41347" y="15116"/>
                  <a:pt x="40757" y="15116"/>
                </a:cubicBezTo>
                <a:lnTo>
                  <a:pt x="1074" y="15116"/>
                </a:lnTo>
                <a:cubicBezTo>
                  <a:pt x="486" y="15116"/>
                  <a:pt x="1" y="14633"/>
                  <a:pt x="1" y="14043"/>
                </a:cubicBezTo>
                <a:lnTo>
                  <a:pt x="1" y="1076"/>
                </a:lnTo>
                <a:cubicBezTo>
                  <a:pt x="1" y="481"/>
                  <a:pt x="484" y="0"/>
                  <a:pt x="1074" y="0"/>
                </a:cubicBezTo>
                <a:close/>
              </a:path>
            </a:pathLst>
          </a:custGeom>
          <a:solidFill>
            <a:srgbClr val="1B222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 rot="-546">
            <a:off x="956175" y="4045951"/>
            <a:ext cx="3776700" cy="42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956175" y="1296625"/>
            <a:ext cx="4732500" cy="252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grpSp>
        <p:nvGrpSpPr>
          <p:cNvPr id="13" name="Google Shape;13;p2"/>
          <p:cNvGrpSpPr/>
          <p:nvPr/>
        </p:nvGrpSpPr>
        <p:grpSpPr>
          <a:xfrm>
            <a:off x="520563" y="326550"/>
            <a:ext cx="8079900" cy="426900"/>
            <a:chOff x="552450" y="401675"/>
            <a:chExt cx="8079900" cy="426900"/>
          </a:xfrm>
        </p:grpSpPr>
        <p:sp>
          <p:nvSpPr>
            <p:cNvPr id="14" name="Google Shape;14;p2"/>
            <p:cNvSpPr/>
            <p:nvPr/>
          </p:nvSpPr>
          <p:spPr>
            <a:xfrm>
              <a:off x="552450" y="401675"/>
              <a:ext cx="8079900" cy="426900"/>
            </a:xfrm>
            <a:prstGeom prst="roundRect">
              <a:avLst>
                <a:gd name="adj" fmla="val 22312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720000" y="518729"/>
              <a:ext cx="195095" cy="195109"/>
            </a:xfrm>
            <a:custGeom>
              <a:avLst/>
              <a:gdLst/>
              <a:ahLst/>
              <a:cxnLst/>
              <a:rect l="l" t="t" r="r" b="b"/>
              <a:pathLst>
                <a:path w="2829" h="2829" extrusionOk="0">
                  <a:moveTo>
                    <a:pt x="2828" y="1413"/>
                  </a:moveTo>
                  <a:cubicBezTo>
                    <a:pt x="2828" y="2195"/>
                    <a:pt x="2197" y="2828"/>
                    <a:pt x="1416" y="2828"/>
                  </a:cubicBezTo>
                  <a:cubicBezTo>
                    <a:pt x="634" y="2828"/>
                    <a:pt x="1" y="2195"/>
                    <a:pt x="1" y="1413"/>
                  </a:cubicBezTo>
                  <a:cubicBezTo>
                    <a:pt x="1" y="632"/>
                    <a:pt x="634" y="1"/>
                    <a:pt x="1416" y="1"/>
                  </a:cubicBezTo>
                  <a:cubicBezTo>
                    <a:pt x="2197" y="1"/>
                    <a:pt x="2828" y="632"/>
                    <a:pt x="2828" y="1413"/>
                  </a:cubicBezTo>
                  <a:close/>
                </a:path>
              </a:pathLst>
            </a:custGeom>
            <a:solidFill>
              <a:srgbClr val="EB535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1080398" y="518729"/>
              <a:ext cx="195026" cy="195109"/>
            </a:xfrm>
            <a:custGeom>
              <a:avLst/>
              <a:gdLst/>
              <a:ahLst/>
              <a:cxnLst/>
              <a:rect l="l" t="t" r="r" b="b"/>
              <a:pathLst>
                <a:path w="2828" h="2829" extrusionOk="0">
                  <a:moveTo>
                    <a:pt x="2828" y="1413"/>
                  </a:moveTo>
                  <a:cubicBezTo>
                    <a:pt x="2828" y="2195"/>
                    <a:pt x="2194" y="2828"/>
                    <a:pt x="1413" y="2828"/>
                  </a:cubicBezTo>
                  <a:cubicBezTo>
                    <a:pt x="631" y="2828"/>
                    <a:pt x="0" y="2195"/>
                    <a:pt x="0" y="1413"/>
                  </a:cubicBezTo>
                  <a:cubicBezTo>
                    <a:pt x="0" y="632"/>
                    <a:pt x="631" y="1"/>
                    <a:pt x="1413" y="1"/>
                  </a:cubicBezTo>
                  <a:cubicBezTo>
                    <a:pt x="2194" y="1"/>
                    <a:pt x="2828" y="632"/>
                    <a:pt x="2828" y="1413"/>
                  </a:cubicBezTo>
                  <a:close/>
                </a:path>
              </a:pathLst>
            </a:custGeom>
            <a:solidFill>
              <a:srgbClr val="F8EF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1440175" y="518729"/>
              <a:ext cx="195026" cy="195109"/>
            </a:xfrm>
            <a:custGeom>
              <a:avLst/>
              <a:gdLst/>
              <a:ahLst/>
              <a:cxnLst/>
              <a:rect l="l" t="t" r="r" b="b"/>
              <a:pathLst>
                <a:path w="2828" h="2829" extrusionOk="0">
                  <a:moveTo>
                    <a:pt x="2827" y="1413"/>
                  </a:moveTo>
                  <a:cubicBezTo>
                    <a:pt x="2827" y="2195"/>
                    <a:pt x="2194" y="2828"/>
                    <a:pt x="1415" y="2828"/>
                  </a:cubicBezTo>
                  <a:cubicBezTo>
                    <a:pt x="633" y="2828"/>
                    <a:pt x="0" y="2195"/>
                    <a:pt x="0" y="1413"/>
                  </a:cubicBezTo>
                  <a:cubicBezTo>
                    <a:pt x="0" y="632"/>
                    <a:pt x="633" y="1"/>
                    <a:pt x="1415" y="1"/>
                  </a:cubicBezTo>
                  <a:cubicBezTo>
                    <a:pt x="2194" y="1"/>
                    <a:pt x="2827" y="632"/>
                    <a:pt x="2827" y="141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4"/>
          <p:cNvSpPr/>
          <p:nvPr/>
        </p:nvSpPr>
        <p:spPr>
          <a:xfrm>
            <a:off x="520575" y="819150"/>
            <a:ext cx="8079900" cy="3898800"/>
          </a:xfrm>
          <a:prstGeom prst="roundRect">
            <a:avLst>
              <a:gd name="adj" fmla="val 3542"/>
            </a:avLst>
          </a:prstGeom>
          <a:solidFill>
            <a:srgbClr val="88A6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3" name="Google Shape;33;p4"/>
          <p:cNvGrpSpPr/>
          <p:nvPr/>
        </p:nvGrpSpPr>
        <p:grpSpPr>
          <a:xfrm>
            <a:off x="520563" y="326550"/>
            <a:ext cx="8079900" cy="426900"/>
            <a:chOff x="552450" y="401675"/>
            <a:chExt cx="8079900" cy="426900"/>
          </a:xfrm>
        </p:grpSpPr>
        <p:sp>
          <p:nvSpPr>
            <p:cNvPr id="34" name="Google Shape;34;p4"/>
            <p:cNvSpPr/>
            <p:nvPr/>
          </p:nvSpPr>
          <p:spPr>
            <a:xfrm>
              <a:off x="552450" y="401675"/>
              <a:ext cx="8079900" cy="426900"/>
            </a:xfrm>
            <a:prstGeom prst="roundRect">
              <a:avLst>
                <a:gd name="adj" fmla="val 22312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4"/>
            <p:cNvSpPr/>
            <p:nvPr/>
          </p:nvSpPr>
          <p:spPr>
            <a:xfrm>
              <a:off x="720000" y="518729"/>
              <a:ext cx="195095" cy="195109"/>
            </a:xfrm>
            <a:custGeom>
              <a:avLst/>
              <a:gdLst/>
              <a:ahLst/>
              <a:cxnLst/>
              <a:rect l="l" t="t" r="r" b="b"/>
              <a:pathLst>
                <a:path w="2829" h="2829" extrusionOk="0">
                  <a:moveTo>
                    <a:pt x="2828" y="1413"/>
                  </a:moveTo>
                  <a:cubicBezTo>
                    <a:pt x="2828" y="2195"/>
                    <a:pt x="2197" y="2828"/>
                    <a:pt x="1416" y="2828"/>
                  </a:cubicBezTo>
                  <a:cubicBezTo>
                    <a:pt x="634" y="2828"/>
                    <a:pt x="1" y="2195"/>
                    <a:pt x="1" y="1413"/>
                  </a:cubicBezTo>
                  <a:cubicBezTo>
                    <a:pt x="1" y="632"/>
                    <a:pt x="634" y="1"/>
                    <a:pt x="1416" y="1"/>
                  </a:cubicBezTo>
                  <a:cubicBezTo>
                    <a:pt x="2197" y="1"/>
                    <a:pt x="2828" y="632"/>
                    <a:pt x="2828" y="1413"/>
                  </a:cubicBezTo>
                  <a:close/>
                </a:path>
              </a:pathLst>
            </a:custGeom>
            <a:solidFill>
              <a:srgbClr val="EB535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4"/>
            <p:cNvSpPr/>
            <p:nvPr/>
          </p:nvSpPr>
          <p:spPr>
            <a:xfrm>
              <a:off x="1080398" y="518729"/>
              <a:ext cx="195026" cy="195109"/>
            </a:xfrm>
            <a:custGeom>
              <a:avLst/>
              <a:gdLst/>
              <a:ahLst/>
              <a:cxnLst/>
              <a:rect l="l" t="t" r="r" b="b"/>
              <a:pathLst>
                <a:path w="2828" h="2829" extrusionOk="0">
                  <a:moveTo>
                    <a:pt x="2828" y="1413"/>
                  </a:moveTo>
                  <a:cubicBezTo>
                    <a:pt x="2828" y="2195"/>
                    <a:pt x="2194" y="2828"/>
                    <a:pt x="1413" y="2828"/>
                  </a:cubicBezTo>
                  <a:cubicBezTo>
                    <a:pt x="631" y="2828"/>
                    <a:pt x="0" y="2195"/>
                    <a:pt x="0" y="1413"/>
                  </a:cubicBezTo>
                  <a:cubicBezTo>
                    <a:pt x="0" y="632"/>
                    <a:pt x="631" y="1"/>
                    <a:pt x="1413" y="1"/>
                  </a:cubicBezTo>
                  <a:cubicBezTo>
                    <a:pt x="2194" y="1"/>
                    <a:pt x="2828" y="632"/>
                    <a:pt x="2828" y="1413"/>
                  </a:cubicBezTo>
                  <a:close/>
                </a:path>
              </a:pathLst>
            </a:custGeom>
            <a:solidFill>
              <a:srgbClr val="F8EF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4"/>
            <p:cNvSpPr/>
            <p:nvPr/>
          </p:nvSpPr>
          <p:spPr>
            <a:xfrm>
              <a:off x="1440175" y="518729"/>
              <a:ext cx="195026" cy="195109"/>
            </a:xfrm>
            <a:custGeom>
              <a:avLst/>
              <a:gdLst/>
              <a:ahLst/>
              <a:cxnLst/>
              <a:rect l="l" t="t" r="r" b="b"/>
              <a:pathLst>
                <a:path w="2828" h="2829" extrusionOk="0">
                  <a:moveTo>
                    <a:pt x="2827" y="1413"/>
                  </a:moveTo>
                  <a:cubicBezTo>
                    <a:pt x="2827" y="2195"/>
                    <a:pt x="2194" y="2828"/>
                    <a:pt x="1415" y="2828"/>
                  </a:cubicBezTo>
                  <a:cubicBezTo>
                    <a:pt x="633" y="2828"/>
                    <a:pt x="0" y="2195"/>
                    <a:pt x="0" y="1413"/>
                  </a:cubicBezTo>
                  <a:cubicBezTo>
                    <a:pt x="0" y="632"/>
                    <a:pt x="633" y="1"/>
                    <a:pt x="1415" y="1"/>
                  </a:cubicBezTo>
                  <a:cubicBezTo>
                    <a:pt x="2194" y="1"/>
                    <a:pt x="2827" y="632"/>
                    <a:pt x="2827" y="141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8" name="Google Shape;38;p4"/>
          <p:cNvSpPr txBox="1">
            <a:spLocks noGrp="1"/>
          </p:cNvSpPr>
          <p:nvPr>
            <p:ph type="title"/>
          </p:nvPr>
        </p:nvSpPr>
        <p:spPr>
          <a:xfrm>
            <a:off x="720000" y="969225"/>
            <a:ext cx="7704000" cy="56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4"/>
          <p:cNvSpPr txBox="1">
            <a:spLocks noGrp="1"/>
          </p:cNvSpPr>
          <p:nvPr>
            <p:ph type="body" idx="1"/>
          </p:nvPr>
        </p:nvSpPr>
        <p:spPr>
          <a:xfrm>
            <a:off x="720000" y="1533525"/>
            <a:ext cx="7704000" cy="145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Char char="●"/>
              <a:defRPr>
                <a:solidFill>
                  <a:srgbClr val="434343"/>
                </a:solidFill>
              </a:defRPr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2pPr>
            <a:lvl3pPr marL="1371600" lvl="2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3pPr>
            <a:lvl4pPr marL="1828800" lvl="3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>
                <a:solidFill>
                  <a:srgbClr val="434343"/>
                </a:solidFill>
              </a:defRPr>
            </a:lvl4pPr>
            <a:lvl5pPr marL="2286000" lvl="4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5pPr>
            <a:lvl6pPr marL="2743200" lvl="5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6pPr>
            <a:lvl7pPr marL="3200400" lvl="6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>
                <a:solidFill>
                  <a:srgbClr val="434343"/>
                </a:solidFill>
              </a:defRPr>
            </a:lvl7pPr>
            <a:lvl8pPr marL="3657600" lvl="7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8pPr>
            <a:lvl9pPr marL="4114800" lvl="8" indent="-3175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40" name="Google Shape;40;p4"/>
          <p:cNvSpPr/>
          <p:nvPr/>
        </p:nvSpPr>
        <p:spPr>
          <a:xfrm rot="4304125">
            <a:off x="7672168" y="1031002"/>
            <a:ext cx="1793781" cy="1459569"/>
          </a:xfrm>
          <a:custGeom>
            <a:avLst/>
            <a:gdLst/>
            <a:ahLst/>
            <a:cxnLst/>
            <a:rect l="l" t="t" r="r" b="b"/>
            <a:pathLst>
              <a:path w="9849" h="8014" extrusionOk="0">
                <a:moveTo>
                  <a:pt x="2143" y="0"/>
                </a:moveTo>
                <a:cubicBezTo>
                  <a:pt x="2606" y="0"/>
                  <a:pt x="2982" y="375"/>
                  <a:pt x="2982" y="837"/>
                </a:cubicBezTo>
                <a:cubicBezTo>
                  <a:pt x="2982" y="946"/>
                  <a:pt x="2961" y="1045"/>
                  <a:pt x="2924" y="1142"/>
                </a:cubicBezTo>
                <a:lnTo>
                  <a:pt x="8300" y="3856"/>
                </a:lnTo>
                <a:cubicBezTo>
                  <a:pt x="8450" y="3622"/>
                  <a:pt x="8711" y="3463"/>
                  <a:pt x="9009" y="3463"/>
                </a:cubicBezTo>
                <a:cubicBezTo>
                  <a:pt x="9472" y="3463"/>
                  <a:pt x="9848" y="3840"/>
                  <a:pt x="9848" y="4302"/>
                </a:cubicBezTo>
                <a:cubicBezTo>
                  <a:pt x="9848" y="4765"/>
                  <a:pt x="9472" y="5139"/>
                  <a:pt x="9009" y="5139"/>
                </a:cubicBezTo>
                <a:cubicBezTo>
                  <a:pt x="8709" y="5139"/>
                  <a:pt x="8444" y="4981"/>
                  <a:pt x="8298" y="4744"/>
                </a:cubicBezTo>
                <a:lnTo>
                  <a:pt x="2756" y="7483"/>
                </a:lnTo>
                <a:cubicBezTo>
                  <a:pt x="2766" y="7520"/>
                  <a:pt x="2770" y="7555"/>
                  <a:pt x="2770" y="7594"/>
                </a:cubicBezTo>
                <a:cubicBezTo>
                  <a:pt x="2770" y="7827"/>
                  <a:pt x="2583" y="8014"/>
                  <a:pt x="2353" y="8014"/>
                </a:cubicBezTo>
                <a:cubicBezTo>
                  <a:pt x="2120" y="8014"/>
                  <a:pt x="1933" y="7827"/>
                  <a:pt x="1933" y="7594"/>
                </a:cubicBezTo>
                <a:cubicBezTo>
                  <a:pt x="1933" y="7395"/>
                  <a:pt x="2071" y="7231"/>
                  <a:pt x="2260" y="7185"/>
                </a:cubicBezTo>
                <a:lnTo>
                  <a:pt x="2089" y="1670"/>
                </a:lnTo>
                <a:cubicBezTo>
                  <a:pt x="1654" y="1641"/>
                  <a:pt x="1306" y="1277"/>
                  <a:pt x="1306" y="835"/>
                </a:cubicBezTo>
                <a:cubicBezTo>
                  <a:pt x="1306" y="375"/>
                  <a:pt x="1680" y="0"/>
                  <a:pt x="2143" y="0"/>
                </a:cubicBezTo>
                <a:close/>
                <a:moveTo>
                  <a:pt x="416" y="4551"/>
                </a:moveTo>
                <a:cubicBezTo>
                  <a:pt x="646" y="4551"/>
                  <a:pt x="833" y="4736"/>
                  <a:pt x="833" y="4969"/>
                </a:cubicBezTo>
                <a:cubicBezTo>
                  <a:pt x="833" y="5199"/>
                  <a:pt x="648" y="5384"/>
                  <a:pt x="416" y="5384"/>
                </a:cubicBezTo>
                <a:cubicBezTo>
                  <a:pt x="187" y="5384"/>
                  <a:pt x="0" y="5199"/>
                  <a:pt x="0" y="4969"/>
                </a:cubicBezTo>
                <a:cubicBezTo>
                  <a:pt x="2" y="4736"/>
                  <a:pt x="187" y="4551"/>
                  <a:pt x="416" y="4551"/>
                </a:cubicBezTo>
                <a:close/>
                <a:moveTo>
                  <a:pt x="6856" y="952"/>
                </a:moveTo>
                <a:cubicBezTo>
                  <a:pt x="6716" y="952"/>
                  <a:pt x="6603" y="1066"/>
                  <a:pt x="6603" y="1205"/>
                </a:cubicBezTo>
                <a:cubicBezTo>
                  <a:pt x="6603" y="1343"/>
                  <a:pt x="6716" y="1456"/>
                  <a:pt x="6856" y="1456"/>
                </a:cubicBezTo>
                <a:cubicBezTo>
                  <a:pt x="6994" y="1456"/>
                  <a:pt x="7107" y="1343"/>
                  <a:pt x="7107" y="1205"/>
                </a:cubicBezTo>
                <a:cubicBezTo>
                  <a:pt x="7105" y="1066"/>
                  <a:pt x="6994" y="952"/>
                  <a:pt x="6856" y="952"/>
                </a:cubicBezTo>
                <a:close/>
                <a:moveTo>
                  <a:pt x="8226" y="4600"/>
                </a:moveTo>
                <a:cubicBezTo>
                  <a:pt x="8189" y="4508"/>
                  <a:pt x="8170" y="4407"/>
                  <a:pt x="8170" y="4302"/>
                </a:cubicBezTo>
                <a:cubicBezTo>
                  <a:pt x="8170" y="4195"/>
                  <a:pt x="8191" y="4093"/>
                  <a:pt x="8228" y="4000"/>
                </a:cubicBezTo>
                <a:lnTo>
                  <a:pt x="2852" y="1286"/>
                </a:lnTo>
                <a:cubicBezTo>
                  <a:pt x="2721" y="1491"/>
                  <a:pt x="2503" y="1637"/>
                  <a:pt x="2252" y="1668"/>
                </a:cubicBezTo>
                <a:lnTo>
                  <a:pt x="2421" y="7183"/>
                </a:lnTo>
                <a:cubicBezTo>
                  <a:pt x="2530" y="7202"/>
                  <a:pt x="2622" y="7261"/>
                  <a:pt x="2686" y="734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41;p4"/>
          <p:cNvSpPr/>
          <p:nvPr/>
        </p:nvSpPr>
        <p:spPr>
          <a:xfrm rot="7355165">
            <a:off x="8197463" y="1374859"/>
            <a:ext cx="578861" cy="579015"/>
          </a:xfrm>
          <a:custGeom>
            <a:avLst/>
            <a:gdLst/>
            <a:ahLst/>
            <a:cxnLst/>
            <a:rect l="l" t="t" r="r" b="b"/>
            <a:pathLst>
              <a:path w="6293" h="6294" extrusionOk="0">
                <a:moveTo>
                  <a:pt x="6293" y="3147"/>
                </a:moveTo>
                <a:cubicBezTo>
                  <a:pt x="6293" y="4885"/>
                  <a:pt x="4882" y="6293"/>
                  <a:pt x="3146" y="6293"/>
                </a:cubicBezTo>
                <a:cubicBezTo>
                  <a:pt x="1409" y="6293"/>
                  <a:pt x="0" y="4885"/>
                  <a:pt x="0" y="3147"/>
                </a:cubicBezTo>
                <a:cubicBezTo>
                  <a:pt x="0" y="1409"/>
                  <a:pt x="1409" y="1"/>
                  <a:pt x="3146" y="1"/>
                </a:cubicBezTo>
                <a:cubicBezTo>
                  <a:pt x="4882" y="1"/>
                  <a:pt x="6293" y="1409"/>
                  <a:pt x="6293" y="3147"/>
                </a:cubicBezTo>
                <a:close/>
              </a:path>
            </a:pathLst>
          </a:custGeom>
          <a:solidFill>
            <a:srgbClr val="92D99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8"/>
          <p:cNvSpPr/>
          <p:nvPr/>
        </p:nvSpPr>
        <p:spPr>
          <a:xfrm>
            <a:off x="520575" y="819150"/>
            <a:ext cx="8079900" cy="3898800"/>
          </a:xfrm>
          <a:prstGeom prst="roundRect">
            <a:avLst>
              <a:gd name="adj" fmla="val 3542"/>
            </a:avLst>
          </a:prstGeom>
          <a:solidFill>
            <a:srgbClr val="88A6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8"/>
          <p:cNvSpPr/>
          <p:nvPr/>
        </p:nvSpPr>
        <p:spPr>
          <a:xfrm>
            <a:off x="697000" y="1027900"/>
            <a:ext cx="7727022" cy="3134510"/>
          </a:xfrm>
          <a:custGeom>
            <a:avLst/>
            <a:gdLst/>
            <a:ahLst/>
            <a:cxnLst/>
            <a:rect l="l" t="t" r="r" b="b"/>
            <a:pathLst>
              <a:path w="41831" h="15117" extrusionOk="0">
                <a:moveTo>
                  <a:pt x="1074" y="0"/>
                </a:moveTo>
                <a:lnTo>
                  <a:pt x="40757" y="0"/>
                </a:lnTo>
                <a:cubicBezTo>
                  <a:pt x="41345" y="0"/>
                  <a:pt x="41831" y="483"/>
                  <a:pt x="41831" y="1076"/>
                </a:cubicBezTo>
                <a:lnTo>
                  <a:pt x="41831" y="14043"/>
                </a:lnTo>
                <a:cubicBezTo>
                  <a:pt x="41831" y="14631"/>
                  <a:pt x="41347" y="15116"/>
                  <a:pt x="40757" y="15116"/>
                </a:cubicBezTo>
                <a:lnTo>
                  <a:pt x="1074" y="15116"/>
                </a:lnTo>
                <a:cubicBezTo>
                  <a:pt x="486" y="15116"/>
                  <a:pt x="1" y="14633"/>
                  <a:pt x="1" y="14043"/>
                </a:cubicBezTo>
                <a:lnTo>
                  <a:pt x="1" y="1076"/>
                </a:lnTo>
                <a:cubicBezTo>
                  <a:pt x="1" y="481"/>
                  <a:pt x="484" y="0"/>
                  <a:pt x="1074" y="0"/>
                </a:cubicBezTo>
                <a:close/>
              </a:path>
            </a:pathLst>
          </a:custGeom>
          <a:solidFill>
            <a:srgbClr val="1B222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9" name="Google Shape;89;p8"/>
          <p:cNvGrpSpPr/>
          <p:nvPr/>
        </p:nvGrpSpPr>
        <p:grpSpPr>
          <a:xfrm>
            <a:off x="520563" y="326550"/>
            <a:ext cx="8079900" cy="426900"/>
            <a:chOff x="552450" y="401675"/>
            <a:chExt cx="8079900" cy="426900"/>
          </a:xfrm>
        </p:grpSpPr>
        <p:sp>
          <p:nvSpPr>
            <p:cNvPr id="90" name="Google Shape;90;p8"/>
            <p:cNvSpPr/>
            <p:nvPr/>
          </p:nvSpPr>
          <p:spPr>
            <a:xfrm>
              <a:off x="552450" y="401675"/>
              <a:ext cx="8079900" cy="426900"/>
            </a:xfrm>
            <a:prstGeom prst="roundRect">
              <a:avLst>
                <a:gd name="adj" fmla="val 22312"/>
              </a:avLst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1;p8"/>
            <p:cNvSpPr/>
            <p:nvPr/>
          </p:nvSpPr>
          <p:spPr>
            <a:xfrm>
              <a:off x="720000" y="518729"/>
              <a:ext cx="195095" cy="195109"/>
            </a:xfrm>
            <a:custGeom>
              <a:avLst/>
              <a:gdLst/>
              <a:ahLst/>
              <a:cxnLst/>
              <a:rect l="l" t="t" r="r" b="b"/>
              <a:pathLst>
                <a:path w="2829" h="2829" extrusionOk="0">
                  <a:moveTo>
                    <a:pt x="2828" y="1413"/>
                  </a:moveTo>
                  <a:cubicBezTo>
                    <a:pt x="2828" y="2195"/>
                    <a:pt x="2197" y="2828"/>
                    <a:pt x="1416" y="2828"/>
                  </a:cubicBezTo>
                  <a:cubicBezTo>
                    <a:pt x="634" y="2828"/>
                    <a:pt x="1" y="2195"/>
                    <a:pt x="1" y="1413"/>
                  </a:cubicBezTo>
                  <a:cubicBezTo>
                    <a:pt x="1" y="632"/>
                    <a:pt x="634" y="1"/>
                    <a:pt x="1416" y="1"/>
                  </a:cubicBezTo>
                  <a:cubicBezTo>
                    <a:pt x="2197" y="1"/>
                    <a:pt x="2828" y="632"/>
                    <a:pt x="2828" y="1413"/>
                  </a:cubicBezTo>
                  <a:close/>
                </a:path>
              </a:pathLst>
            </a:custGeom>
            <a:solidFill>
              <a:srgbClr val="EB535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92;p8"/>
            <p:cNvSpPr/>
            <p:nvPr/>
          </p:nvSpPr>
          <p:spPr>
            <a:xfrm>
              <a:off x="1080398" y="518729"/>
              <a:ext cx="195026" cy="195109"/>
            </a:xfrm>
            <a:custGeom>
              <a:avLst/>
              <a:gdLst/>
              <a:ahLst/>
              <a:cxnLst/>
              <a:rect l="l" t="t" r="r" b="b"/>
              <a:pathLst>
                <a:path w="2828" h="2829" extrusionOk="0">
                  <a:moveTo>
                    <a:pt x="2828" y="1413"/>
                  </a:moveTo>
                  <a:cubicBezTo>
                    <a:pt x="2828" y="2195"/>
                    <a:pt x="2194" y="2828"/>
                    <a:pt x="1413" y="2828"/>
                  </a:cubicBezTo>
                  <a:cubicBezTo>
                    <a:pt x="631" y="2828"/>
                    <a:pt x="0" y="2195"/>
                    <a:pt x="0" y="1413"/>
                  </a:cubicBezTo>
                  <a:cubicBezTo>
                    <a:pt x="0" y="632"/>
                    <a:pt x="631" y="1"/>
                    <a:pt x="1413" y="1"/>
                  </a:cubicBezTo>
                  <a:cubicBezTo>
                    <a:pt x="2194" y="1"/>
                    <a:pt x="2828" y="632"/>
                    <a:pt x="2828" y="1413"/>
                  </a:cubicBezTo>
                  <a:close/>
                </a:path>
              </a:pathLst>
            </a:custGeom>
            <a:solidFill>
              <a:srgbClr val="F8EF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93;p8"/>
            <p:cNvSpPr/>
            <p:nvPr/>
          </p:nvSpPr>
          <p:spPr>
            <a:xfrm>
              <a:off x="1440175" y="518729"/>
              <a:ext cx="195026" cy="195109"/>
            </a:xfrm>
            <a:custGeom>
              <a:avLst/>
              <a:gdLst/>
              <a:ahLst/>
              <a:cxnLst/>
              <a:rect l="l" t="t" r="r" b="b"/>
              <a:pathLst>
                <a:path w="2828" h="2829" extrusionOk="0">
                  <a:moveTo>
                    <a:pt x="2827" y="1413"/>
                  </a:moveTo>
                  <a:cubicBezTo>
                    <a:pt x="2827" y="2195"/>
                    <a:pt x="2194" y="2828"/>
                    <a:pt x="1415" y="2828"/>
                  </a:cubicBezTo>
                  <a:cubicBezTo>
                    <a:pt x="633" y="2828"/>
                    <a:pt x="0" y="2195"/>
                    <a:pt x="0" y="1413"/>
                  </a:cubicBezTo>
                  <a:cubicBezTo>
                    <a:pt x="0" y="632"/>
                    <a:pt x="633" y="1"/>
                    <a:pt x="1415" y="1"/>
                  </a:cubicBezTo>
                  <a:cubicBezTo>
                    <a:pt x="2194" y="1"/>
                    <a:pt x="2827" y="632"/>
                    <a:pt x="2827" y="1413"/>
                  </a:cubicBezTo>
                  <a:close/>
                </a:path>
              </a:pathLst>
            </a:custGeom>
            <a:solidFill>
              <a:srgbClr val="6DC7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4" name="Google Shape;94;p8"/>
          <p:cNvSpPr txBox="1">
            <a:spLocks noGrp="1"/>
          </p:cNvSpPr>
          <p:nvPr>
            <p:ph type="title"/>
          </p:nvPr>
        </p:nvSpPr>
        <p:spPr>
          <a:xfrm>
            <a:off x="1442700" y="1323975"/>
            <a:ext cx="6258600" cy="2542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9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grpSp>
        <p:nvGrpSpPr>
          <p:cNvPr id="95" name="Google Shape;95;p8"/>
          <p:cNvGrpSpPr/>
          <p:nvPr/>
        </p:nvGrpSpPr>
        <p:grpSpPr>
          <a:xfrm>
            <a:off x="6180562" y="4095502"/>
            <a:ext cx="2148254" cy="426910"/>
            <a:chOff x="2633694" y="2674236"/>
            <a:chExt cx="1790958" cy="355877"/>
          </a:xfrm>
        </p:grpSpPr>
        <p:sp>
          <p:nvSpPr>
            <p:cNvPr id="96" name="Google Shape;96;p8"/>
            <p:cNvSpPr/>
            <p:nvPr/>
          </p:nvSpPr>
          <p:spPr>
            <a:xfrm>
              <a:off x="2633694" y="2808212"/>
              <a:ext cx="1790958" cy="221902"/>
            </a:xfrm>
            <a:custGeom>
              <a:avLst/>
              <a:gdLst/>
              <a:ahLst/>
              <a:cxnLst/>
              <a:rect l="l" t="t" r="r" b="b"/>
              <a:pathLst>
                <a:path w="37764" h="4679" extrusionOk="0">
                  <a:moveTo>
                    <a:pt x="2339" y="0"/>
                  </a:moveTo>
                  <a:lnTo>
                    <a:pt x="35423" y="0"/>
                  </a:lnTo>
                  <a:cubicBezTo>
                    <a:pt x="36710" y="0"/>
                    <a:pt x="37763" y="1053"/>
                    <a:pt x="37763" y="2339"/>
                  </a:cubicBezTo>
                  <a:lnTo>
                    <a:pt x="37763" y="2339"/>
                  </a:lnTo>
                  <a:cubicBezTo>
                    <a:pt x="37763" y="3628"/>
                    <a:pt x="36708" y="4679"/>
                    <a:pt x="35423" y="4679"/>
                  </a:cubicBezTo>
                  <a:lnTo>
                    <a:pt x="2339" y="4679"/>
                  </a:lnTo>
                  <a:cubicBezTo>
                    <a:pt x="1051" y="4679"/>
                    <a:pt x="0" y="3624"/>
                    <a:pt x="0" y="2339"/>
                  </a:cubicBezTo>
                  <a:lnTo>
                    <a:pt x="0" y="2339"/>
                  </a:lnTo>
                  <a:cubicBezTo>
                    <a:pt x="0" y="1051"/>
                    <a:pt x="1051" y="0"/>
                    <a:pt x="233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97;p8"/>
            <p:cNvSpPr/>
            <p:nvPr/>
          </p:nvSpPr>
          <p:spPr>
            <a:xfrm>
              <a:off x="2661675" y="2831592"/>
              <a:ext cx="1369065" cy="175141"/>
            </a:xfrm>
            <a:custGeom>
              <a:avLst/>
              <a:gdLst/>
              <a:ahLst/>
              <a:cxnLst/>
              <a:rect l="l" t="t" r="r" b="b"/>
              <a:pathLst>
                <a:path w="28868" h="3693" extrusionOk="0">
                  <a:moveTo>
                    <a:pt x="1847" y="1"/>
                  </a:moveTo>
                  <a:lnTo>
                    <a:pt x="27021" y="1"/>
                  </a:lnTo>
                  <a:cubicBezTo>
                    <a:pt x="28037" y="1"/>
                    <a:pt x="28868" y="832"/>
                    <a:pt x="28868" y="1846"/>
                  </a:cubicBezTo>
                  <a:lnTo>
                    <a:pt x="28868" y="1846"/>
                  </a:lnTo>
                  <a:cubicBezTo>
                    <a:pt x="28868" y="2861"/>
                    <a:pt x="28037" y="3692"/>
                    <a:pt x="27021" y="3692"/>
                  </a:cubicBezTo>
                  <a:lnTo>
                    <a:pt x="1847" y="3692"/>
                  </a:lnTo>
                  <a:cubicBezTo>
                    <a:pt x="831" y="3692"/>
                    <a:pt x="1" y="2861"/>
                    <a:pt x="1" y="1846"/>
                  </a:cubicBezTo>
                  <a:lnTo>
                    <a:pt x="1" y="1846"/>
                  </a:lnTo>
                  <a:cubicBezTo>
                    <a:pt x="1" y="830"/>
                    <a:pt x="831" y="1"/>
                    <a:pt x="1847" y="1"/>
                  </a:cubicBezTo>
                  <a:close/>
                </a:path>
              </a:pathLst>
            </a:custGeom>
            <a:solidFill>
              <a:srgbClr val="92D9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98;p8"/>
            <p:cNvSpPr/>
            <p:nvPr/>
          </p:nvSpPr>
          <p:spPr>
            <a:xfrm>
              <a:off x="2661675" y="2831592"/>
              <a:ext cx="104904" cy="167885"/>
            </a:xfrm>
            <a:custGeom>
              <a:avLst/>
              <a:gdLst/>
              <a:ahLst/>
              <a:cxnLst/>
              <a:rect l="l" t="t" r="r" b="b"/>
              <a:pathLst>
                <a:path w="2212" h="3540" extrusionOk="0">
                  <a:moveTo>
                    <a:pt x="1115" y="3540"/>
                  </a:moveTo>
                  <a:lnTo>
                    <a:pt x="2211" y="1"/>
                  </a:lnTo>
                  <a:lnTo>
                    <a:pt x="1847" y="1"/>
                  </a:lnTo>
                  <a:cubicBezTo>
                    <a:pt x="831" y="1"/>
                    <a:pt x="1" y="832"/>
                    <a:pt x="1" y="1846"/>
                  </a:cubicBezTo>
                  <a:cubicBezTo>
                    <a:pt x="1" y="2602"/>
                    <a:pt x="461" y="3254"/>
                    <a:pt x="1115" y="3540"/>
                  </a:cubicBezTo>
                  <a:close/>
                </a:path>
              </a:pathLst>
            </a:custGeom>
            <a:solidFill>
              <a:srgbClr val="6BB6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99;p8"/>
            <p:cNvSpPr/>
            <p:nvPr/>
          </p:nvSpPr>
          <p:spPr>
            <a:xfrm>
              <a:off x="2883434" y="2831592"/>
              <a:ext cx="225316" cy="175141"/>
            </a:xfrm>
            <a:custGeom>
              <a:avLst/>
              <a:gdLst/>
              <a:ahLst/>
              <a:cxnLst/>
              <a:rect l="l" t="t" r="r" b="b"/>
              <a:pathLst>
                <a:path w="4751" h="3693" extrusionOk="0">
                  <a:moveTo>
                    <a:pt x="1144" y="1"/>
                  </a:moveTo>
                  <a:lnTo>
                    <a:pt x="1" y="3692"/>
                  </a:lnTo>
                  <a:lnTo>
                    <a:pt x="3610" y="3692"/>
                  </a:lnTo>
                  <a:lnTo>
                    <a:pt x="4751" y="1"/>
                  </a:lnTo>
                  <a:close/>
                </a:path>
              </a:pathLst>
            </a:custGeom>
            <a:solidFill>
              <a:srgbClr val="6BB6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00;p8"/>
            <p:cNvSpPr/>
            <p:nvPr/>
          </p:nvSpPr>
          <p:spPr>
            <a:xfrm>
              <a:off x="3225653" y="2831592"/>
              <a:ext cx="225411" cy="175141"/>
            </a:xfrm>
            <a:custGeom>
              <a:avLst/>
              <a:gdLst/>
              <a:ahLst/>
              <a:cxnLst/>
              <a:rect l="l" t="t" r="r" b="b"/>
              <a:pathLst>
                <a:path w="4753" h="3693" extrusionOk="0">
                  <a:moveTo>
                    <a:pt x="1144" y="1"/>
                  </a:moveTo>
                  <a:lnTo>
                    <a:pt x="0" y="3692"/>
                  </a:lnTo>
                  <a:lnTo>
                    <a:pt x="3609" y="3692"/>
                  </a:lnTo>
                  <a:lnTo>
                    <a:pt x="4753" y="1"/>
                  </a:lnTo>
                  <a:close/>
                </a:path>
              </a:pathLst>
            </a:custGeom>
            <a:solidFill>
              <a:srgbClr val="6BB6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01;p8"/>
            <p:cNvSpPr/>
            <p:nvPr/>
          </p:nvSpPr>
          <p:spPr>
            <a:xfrm>
              <a:off x="3567966" y="2831592"/>
              <a:ext cx="225316" cy="175141"/>
            </a:xfrm>
            <a:custGeom>
              <a:avLst/>
              <a:gdLst/>
              <a:ahLst/>
              <a:cxnLst/>
              <a:rect l="l" t="t" r="r" b="b"/>
              <a:pathLst>
                <a:path w="4751" h="3693" extrusionOk="0">
                  <a:moveTo>
                    <a:pt x="1144" y="1"/>
                  </a:moveTo>
                  <a:lnTo>
                    <a:pt x="0" y="3692"/>
                  </a:lnTo>
                  <a:lnTo>
                    <a:pt x="3609" y="3692"/>
                  </a:lnTo>
                  <a:lnTo>
                    <a:pt x="4750" y="1"/>
                  </a:lnTo>
                  <a:close/>
                </a:path>
              </a:pathLst>
            </a:custGeom>
            <a:solidFill>
              <a:srgbClr val="6BB6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8"/>
            <p:cNvSpPr/>
            <p:nvPr/>
          </p:nvSpPr>
          <p:spPr>
            <a:xfrm>
              <a:off x="3910138" y="2834058"/>
              <a:ext cx="120697" cy="172674"/>
            </a:xfrm>
            <a:custGeom>
              <a:avLst/>
              <a:gdLst/>
              <a:ahLst/>
              <a:cxnLst/>
              <a:rect l="l" t="t" r="r" b="b"/>
              <a:pathLst>
                <a:path w="2545" h="3641" extrusionOk="0">
                  <a:moveTo>
                    <a:pt x="1128" y="0"/>
                  </a:moveTo>
                  <a:lnTo>
                    <a:pt x="1" y="3640"/>
                  </a:lnTo>
                  <a:lnTo>
                    <a:pt x="696" y="3640"/>
                  </a:lnTo>
                  <a:cubicBezTo>
                    <a:pt x="1712" y="3640"/>
                    <a:pt x="2543" y="2809"/>
                    <a:pt x="2543" y="1794"/>
                  </a:cubicBezTo>
                  <a:cubicBezTo>
                    <a:pt x="2545" y="928"/>
                    <a:pt x="1938" y="196"/>
                    <a:pt x="1128" y="0"/>
                  </a:cubicBezTo>
                  <a:close/>
                </a:path>
              </a:pathLst>
            </a:custGeom>
            <a:solidFill>
              <a:srgbClr val="6BB6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03;p8"/>
            <p:cNvSpPr/>
            <p:nvPr/>
          </p:nvSpPr>
          <p:spPr>
            <a:xfrm>
              <a:off x="3915923" y="2674236"/>
              <a:ext cx="99877" cy="70806"/>
            </a:xfrm>
            <a:custGeom>
              <a:avLst/>
              <a:gdLst/>
              <a:ahLst/>
              <a:cxnLst/>
              <a:rect l="l" t="t" r="r" b="b"/>
              <a:pathLst>
                <a:path w="2106" h="1493" extrusionOk="0">
                  <a:moveTo>
                    <a:pt x="163" y="740"/>
                  </a:moveTo>
                  <a:lnTo>
                    <a:pt x="747" y="1324"/>
                  </a:lnTo>
                  <a:cubicBezTo>
                    <a:pt x="917" y="1493"/>
                    <a:pt x="1191" y="1493"/>
                    <a:pt x="1362" y="1324"/>
                  </a:cubicBezTo>
                  <a:lnTo>
                    <a:pt x="1944" y="740"/>
                  </a:lnTo>
                  <a:cubicBezTo>
                    <a:pt x="2073" y="613"/>
                    <a:pt x="2106" y="434"/>
                    <a:pt x="2036" y="267"/>
                  </a:cubicBezTo>
                  <a:cubicBezTo>
                    <a:pt x="1968" y="101"/>
                    <a:pt x="1814" y="0"/>
                    <a:pt x="1635" y="0"/>
                  </a:cubicBezTo>
                  <a:lnTo>
                    <a:pt x="469" y="0"/>
                  </a:lnTo>
                  <a:cubicBezTo>
                    <a:pt x="288" y="0"/>
                    <a:pt x="138" y="103"/>
                    <a:pt x="68" y="267"/>
                  </a:cubicBezTo>
                  <a:cubicBezTo>
                    <a:pt x="0" y="432"/>
                    <a:pt x="37" y="615"/>
                    <a:pt x="163" y="740"/>
                  </a:cubicBezTo>
                  <a:close/>
                </a:path>
              </a:pathLst>
            </a:custGeom>
            <a:solidFill>
              <a:srgbClr val="EB535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4" name="Google Shape;104;p8"/>
          <p:cNvSpPr/>
          <p:nvPr/>
        </p:nvSpPr>
        <p:spPr>
          <a:xfrm>
            <a:off x="719991" y="4282275"/>
            <a:ext cx="260940" cy="240148"/>
          </a:xfrm>
          <a:custGeom>
            <a:avLst/>
            <a:gdLst/>
            <a:ahLst/>
            <a:cxnLst/>
            <a:rect l="l" t="t" r="r" b="b"/>
            <a:pathLst>
              <a:path w="1255" h="1155" extrusionOk="0">
                <a:moveTo>
                  <a:pt x="722" y="50"/>
                </a:moveTo>
                <a:lnTo>
                  <a:pt x="85" y="1154"/>
                </a:lnTo>
                <a:lnTo>
                  <a:pt x="0" y="1107"/>
                </a:lnTo>
                <a:lnTo>
                  <a:pt x="638" y="1"/>
                </a:lnTo>
                <a:close/>
                <a:moveTo>
                  <a:pt x="1255" y="50"/>
                </a:moveTo>
                <a:lnTo>
                  <a:pt x="1170" y="1"/>
                </a:lnTo>
                <a:lnTo>
                  <a:pt x="533" y="1107"/>
                </a:lnTo>
                <a:lnTo>
                  <a:pt x="617" y="115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8"/>
          <p:cNvSpPr/>
          <p:nvPr/>
        </p:nvSpPr>
        <p:spPr>
          <a:xfrm>
            <a:off x="1056825" y="4303691"/>
            <a:ext cx="625008" cy="196900"/>
          </a:xfrm>
          <a:custGeom>
            <a:avLst/>
            <a:gdLst/>
            <a:ahLst/>
            <a:cxnLst/>
            <a:rect l="l" t="t" r="r" b="b"/>
            <a:pathLst>
              <a:path w="3006" h="947" extrusionOk="0">
                <a:moveTo>
                  <a:pt x="474" y="0"/>
                </a:moveTo>
                <a:lnTo>
                  <a:pt x="2532" y="0"/>
                </a:lnTo>
                <a:cubicBezTo>
                  <a:pt x="2791" y="0"/>
                  <a:pt x="3005" y="214"/>
                  <a:pt x="3005" y="473"/>
                </a:cubicBezTo>
                <a:lnTo>
                  <a:pt x="3005" y="473"/>
                </a:lnTo>
                <a:cubicBezTo>
                  <a:pt x="3005" y="733"/>
                  <a:pt x="2791" y="946"/>
                  <a:pt x="2532" y="946"/>
                </a:cubicBezTo>
                <a:lnTo>
                  <a:pt x="474" y="946"/>
                </a:lnTo>
                <a:cubicBezTo>
                  <a:pt x="215" y="946"/>
                  <a:pt x="1" y="733"/>
                  <a:pt x="1" y="473"/>
                </a:cubicBezTo>
                <a:lnTo>
                  <a:pt x="1" y="473"/>
                </a:lnTo>
                <a:cubicBezTo>
                  <a:pt x="1" y="214"/>
                  <a:pt x="215" y="0"/>
                  <a:pt x="474" y="0"/>
                </a:cubicBezTo>
                <a:close/>
              </a:path>
            </a:pathLst>
          </a:custGeom>
          <a:solidFill>
            <a:srgbClr val="FF9BD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8"/>
          <p:cNvSpPr/>
          <p:nvPr/>
        </p:nvSpPr>
        <p:spPr>
          <a:xfrm>
            <a:off x="1850464" y="4303691"/>
            <a:ext cx="428107" cy="196900"/>
          </a:xfrm>
          <a:custGeom>
            <a:avLst/>
            <a:gdLst/>
            <a:ahLst/>
            <a:cxnLst/>
            <a:rect l="l" t="t" r="r" b="b"/>
            <a:pathLst>
              <a:path w="2059" h="947" extrusionOk="0">
                <a:moveTo>
                  <a:pt x="475" y="0"/>
                </a:moveTo>
                <a:lnTo>
                  <a:pt x="1586" y="0"/>
                </a:lnTo>
                <a:cubicBezTo>
                  <a:pt x="1845" y="0"/>
                  <a:pt x="2059" y="214"/>
                  <a:pt x="2059" y="473"/>
                </a:cubicBezTo>
                <a:lnTo>
                  <a:pt x="2059" y="473"/>
                </a:lnTo>
                <a:cubicBezTo>
                  <a:pt x="2059" y="733"/>
                  <a:pt x="1845" y="946"/>
                  <a:pt x="1586" y="946"/>
                </a:cubicBezTo>
                <a:lnTo>
                  <a:pt x="475" y="946"/>
                </a:lnTo>
                <a:cubicBezTo>
                  <a:pt x="216" y="946"/>
                  <a:pt x="2" y="733"/>
                  <a:pt x="2" y="473"/>
                </a:cubicBezTo>
                <a:lnTo>
                  <a:pt x="2" y="473"/>
                </a:lnTo>
                <a:cubicBezTo>
                  <a:pt x="0" y="214"/>
                  <a:pt x="214" y="0"/>
                  <a:pt x="475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bg>
      <p:bgPr>
        <a:solidFill>
          <a:schemeClr val="accent2"/>
        </a:solidFill>
        <a:effectLst/>
      </p:bgPr>
    </p:bg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9"/>
          <p:cNvSpPr/>
          <p:nvPr/>
        </p:nvSpPr>
        <p:spPr>
          <a:xfrm>
            <a:off x="520575" y="819150"/>
            <a:ext cx="8079900" cy="3898800"/>
          </a:xfrm>
          <a:prstGeom prst="roundRect">
            <a:avLst>
              <a:gd name="adj" fmla="val 3542"/>
            </a:avLst>
          </a:prstGeom>
          <a:solidFill>
            <a:srgbClr val="1B222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9" name="Google Shape;109;p9"/>
          <p:cNvGrpSpPr/>
          <p:nvPr/>
        </p:nvGrpSpPr>
        <p:grpSpPr>
          <a:xfrm>
            <a:off x="520563" y="326550"/>
            <a:ext cx="8079900" cy="426900"/>
            <a:chOff x="552450" y="401675"/>
            <a:chExt cx="8079900" cy="426900"/>
          </a:xfrm>
        </p:grpSpPr>
        <p:sp>
          <p:nvSpPr>
            <p:cNvPr id="110" name="Google Shape;110;p9"/>
            <p:cNvSpPr/>
            <p:nvPr/>
          </p:nvSpPr>
          <p:spPr>
            <a:xfrm>
              <a:off x="552450" y="401675"/>
              <a:ext cx="8079900" cy="426900"/>
            </a:xfrm>
            <a:prstGeom prst="roundRect">
              <a:avLst>
                <a:gd name="adj" fmla="val 22312"/>
              </a:avLst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9"/>
            <p:cNvSpPr/>
            <p:nvPr/>
          </p:nvSpPr>
          <p:spPr>
            <a:xfrm>
              <a:off x="720000" y="518729"/>
              <a:ext cx="195095" cy="195109"/>
            </a:xfrm>
            <a:custGeom>
              <a:avLst/>
              <a:gdLst/>
              <a:ahLst/>
              <a:cxnLst/>
              <a:rect l="l" t="t" r="r" b="b"/>
              <a:pathLst>
                <a:path w="2829" h="2829" extrusionOk="0">
                  <a:moveTo>
                    <a:pt x="2828" y="1413"/>
                  </a:moveTo>
                  <a:cubicBezTo>
                    <a:pt x="2828" y="2195"/>
                    <a:pt x="2197" y="2828"/>
                    <a:pt x="1416" y="2828"/>
                  </a:cubicBezTo>
                  <a:cubicBezTo>
                    <a:pt x="634" y="2828"/>
                    <a:pt x="1" y="2195"/>
                    <a:pt x="1" y="1413"/>
                  </a:cubicBezTo>
                  <a:cubicBezTo>
                    <a:pt x="1" y="632"/>
                    <a:pt x="634" y="1"/>
                    <a:pt x="1416" y="1"/>
                  </a:cubicBezTo>
                  <a:cubicBezTo>
                    <a:pt x="2197" y="1"/>
                    <a:pt x="2828" y="632"/>
                    <a:pt x="2828" y="1413"/>
                  </a:cubicBezTo>
                  <a:close/>
                </a:path>
              </a:pathLst>
            </a:custGeom>
            <a:solidFill>
              <a:srgbClr val="EB535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9"/>
            <p:cNvSpPr/>
            <p:nvPr/>
          </p:nvSpPr>
          <p:spPr>
            <a:xfrm>
              <a:off x="1080398" y="518729"/>
              <a:ext cx="195026" cy="195109"/>
            </a:xfrm>
            <a:custGeom>
              <a:avLst/>
              <a:gdLst/>
              <a:ahLst/>
              <a:cxnLst/>
              <a:rect l="l" t="t" r="r" b="b"/>
              <a:pathLst>
                <a:path w="2828" h="2829" extrusionOk="0">
                  <a:moveTo>
                    <a:pt x="2828" y="1413"/>
                  </a:moveTo>
                  <a:cubicBezTo>
                    <a:pt x="2828" y="2195"/>
                    <a:pt x="2194" y="2828"/>
                    <a:pt x="1413" y="2828"/>
                  </a:cubicBezTo>
                  <a:cubicBezTo>
                    <a:pt x="631" y="2828"/>
                    <a:pt x="0" y="2195"/>
                    <a:pt x="0" y="1413"/>
                  </a:cubicBezTo>
                  <a:cubicBezTo>
                    <a:pt x="0" y="632"/>
                    <a:pt x="631" y="1"/>
                    <a:pt x="1413" y="1"/>
                  </a:cubicBezTo>
                  <a:cubicBezTo>
                    <a:pt x="2194" y="1"/>
                    <a:pt x="2828" y="632"/>
                    <a:pt x="2828" y="1413"/>
                  </a:cubicBezTo>
                  <a:close/>
                </a:path>
              </a:pathLst>
            </a:custGeom>
            <a:solidFill>
              <a:srgbClr val="F8EF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9"/>
            <p:cNvSpPr/>
            <p:nvPr/>
          </p:nvSpPr>
          <p:spPr>
            <a:xfrm>
              <a:off x="1440175" y="518729"/>
              <a:ext cx="195026" cy="195109"/>
            </a:xfrm>
            <a:custGeom>
              <a:avLst/>
              <a:gdLst/>
              <a:ahLst/>
              <a:cxnLst/>
              <a:rect l="l" t="t" r="r" b="b"/>
              <a:pathLst>
                <a:path w="2828" h="2829" extrusionOk="0">
                  <a:moveTo>
                    <a:pt x="2827" y="1413"/>
                  </a:moveTo>
                  <a:cubicBezTo>
                    <a:pt x="2827" y="2195"/>
                    <a:pt x="2194" y="2828"/>
                    <a:pt x="1415" y="2828"/>
                  </a:cubicBezTo>
                  <a:cubicBezTo>
                    <a:pt x="633" y="2828"/>
                    <a:pt x="0" y="2195"/>
                    <a:pt x="0" y="1413"/>
                  </a:cubicBezTo>
                  <a:cubicBezTo>
                    <a:pt x="0" y="632"/>
                    <a:pt x="633" y="1"/>
                    <a:pt x="1415" y="1"/>
                  </a:cubicBezTo>
                  <a:cubicBezTo>
                    <a:pt x="2194" y="1"/>
                    <a:pt x="2827" y="632"/>
                    <a:pt x="2827" y="1413"/>
                  </a:cubicBezTo>
                  <a:close/>
                </a:path>
              </a:pathLst>
            </a:custGeom>
            <a:solidFill>
              <a:srgbClr val="6DC7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4" name="Google Shape;114;p9"/>
          <p:cNvSpPr txBox="1">
            <a:spLocks noGrp="1"/>
          </p:cNvSpPr>
          <p:nvPr>
            <p:ph type="title"/>
          </p:nvPr>
        </p:nvSpPr>
        <p:spPr>
          <a:xfrm>
            <a:off x="2490600" y="1614600"/>
            <a:ext cx="4162800" cy="9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15" name="Google Shape;115;p9"/>
          <p:cNvSpPr txBox="1">
            <a:spLocks noGrp="1"/>
          </p:cNvSpPr>
          <p:nvPr>
            <p:ph type="subTitle" idx="1"/>
          </p:nvPr>
        </p:nvSpPr>
        <p:spPr>
          <a:xfrm>
            <a:off x="2479125" y="2734850"/>
            <a:ext cx="4162800" cy="104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9"/>
          <p:cNvSpPr/>
          <p:nvPr/>
        </p:nvSpPr>
        <p:spPr>
          <a:xfrm>
            <a:off x="8038964" y="2136263"/>
            <a:ext cx="200227" cy="199811"/>
          </a:xfrm>
          <a:custGeom>
            <a:avLst/>
            <a:gdLst/>
            <a:ahLst/>
            <a:cxnLst/>
            <a:rect l="l" t="t" r="r" b="b"/>
            <a:pathLst>
              <a:path w="963" h="961" extrusionOk="0">
                <a:moveTo>
                  <a:pt x="482" y="960"/>
                </a:moveTo>
                <a:cubicBezTo>
                  <a:pt x="747" y="960"/>
                  <a:pt x="963" y="745"/>
                  <a:pt x="963" y="481"/>
                </a:cubicBezTo>
                <a:cubicBezTo>
                  <a:pt x="963" y="216"/>
                  <a:pt x="747" y="0"/>
                  <a:pt x="482" y="0"/>
                </a:cubicBezTo>
                <a:cubicBezTo>
                  <a:pt x="217" y="0"/>
                  <a:pt x="1" y="216"/>
                  <a:pt x="1" y="481"/>
                </a:cubicBezTo>
                <a:cubicBezTo>
                  <a:pt x="1" y="742"/>
                  <a:pt x="219" y="960"/>
                  <a:pt x="482" y="960"/>
                </a:cubicBezTo>
                <a:close/>
              </a:path>
            </a:pathLst>
          </a:custGeom>
          <a:solidFill>
            <a:srgbClr val="92D99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9"/>
          <p:cNvSpPr/>
          <p:nvPr/>
        </p:nvSpPr>
        <p:spPr>
          <a:xfrm rot="4304125">
            <a:off x="7672168" y="1031002"/>
            <a:ext cx="1793781" cy="1459569"/>
          </a:xfrm>
          <a:custGeom>
            <a:avLst/>
            <a:gdLst/>
            <a:ahLst/>
            <a:cxnLst/>
            <a:rect l="l" t="t" r="r" b="b"/>
            <a:pathLst>
              <a:path w="9849" h="8014" extrusionOk="0">
                <a:moveTo>
                  <a:pt x="2143" y="0"/>
                </a:moveTo>
                <a:cubicBezTo>
                  <a:pt x="2606" y="0"/>
                  <a:pt x="2982" y="375"/>
                  <a:pt x="2982" y="837"/>
                </a:cubicBezTo>
                <a:cubicBezTo>
                  <a:pt x="2982" y="946"/>
                  <a:pt x="2961" y="1045"/>
                  <a:pt x="2924" y="1142"/>
                </a:cubicBezTo>
                <a:lnTo>
                  <a:pt x="8300" y="3856"/>
                </a:lnTo>
                <a:cubicBezTo>
                  <a:pt x="8450" y="3622"/>
                  <a:pt x="8711" y="3463"/>
                  <a:pt x="9009" y="3463"/>
                </a:cubicBezTo>
                <a:cubicBezTo>
                  <a:pt x="9472" y="3463"/>
                  <a:pt x="9848" y="3840"/>
                  <a:pt x="9848" y="4302"/>
                </a:cubicBezTo>
                <a:cubicBezTo>
                  <a:pt x="9848" y="4765"/>
                  <a:pt x="9472" y="5139"/>
                  <a:pt x="9009" y="5139"/>
                </a:cubicBezTo>
                <a:cubicBezTo>
                  <a:pt x="8709" y="5139"/>
                  <a:pt x="8444" y="4981"/>
                  <a:pt x="8298" y="4744"/>
                </a:cubicBezTo>
                <a:lnTo>
                  <a:pt x="2756" y="7483"/>
                </a:lnTo>
                <a:cubicBezTo>
                  <a:pt x="2766" y="7520"/>
                  <a:pt x="2770" y="7555"/>
                  <a:pt x="2770" y="7594"/>
                </a:cubicBezTo>
                <a:cubicBezTo>
                  <a:pt x="2770" y="7827"/>
                  <a:pt x="2583" y="8014"/>
                  <a:pt x="2353" y="8014"/>
                </a:cubicBezTo>
                <a:cubicBezTo>
                  <a:pt x="2120" y="8014"/>
                  <a:pt x="1933" y="7827"/>
                  <a:pt x="1933" y="7594"/>
                </a:cubicBezTo>
                <a:cubicBezTo>
                  <a:pt x="1933" y="7395"/>
                  <a:pt x="2071" y="7231"/>
                  <a:pt x="2260" y="7185"/>
                </a:cubicBezTo>
                <a:lnTo>
                  <a:pt x="2089" y="1670"/>
                </a:lnTo>
                <a:cubicBezTo>
                  <a:pt x="1654" y="1641"/>
                  <a:pt x="1306" y="1277"/>
                  <a:pt x="1306" y="835"/>
                </a:cubicBezTo>
                <a:cubicBezTo>
                  <a:pt x="1306" y="375"/>
                  <a:pt x="1680" y="0"/>
                  <a:pt x="2143" y="0"/>
                </a:cubicBezTo>
                <a:close/>
                <a:moveTo>
                  <a:pt x="416" y="4551"/>
                </a:moveTo>
                <a:cubicBezTo>
                  <a:pt x="646" y="4551"/>
                  <a:pt x="833" y="4736"/>
                  <a:pt x="833" y="4969"/>
                </a:cubicBezTo>
                <a:cubicBezTo>
                  <a:pt x="833" y="5199"/>
                  <a:pt x="648" y="5384"/>
                  <a:pt x="416" y="5384"/>
                </a:cubicBezTo>
                <a:cubicBezTo>
                  <a:pt x="187" y="5384"/>
                  <a:pt x="0" y="5199"/>
                  <a:pt x="0" y="4969"/>
                </a:cubicBezTo>
                <a:cubicBezTo>
                  <a:pt x="2" y="4736"/>
                  <a:pt x="187" y="4551"/>
                  <a:pt x="416" y="4551"/>
                </a:cubicBezTo>
                <a:close/>
                <a:moveTo>
                  <a:pt x="6856" y="952"/>
                </a:moveTo>
                <a:cubicBezTo>
                  <a:pt x="6716" y="952"/>
                  <a:pt x="6603" y="1066"/>
                  <a:pt x="6603" y="1205"/>
                </a:cubicBezTo>
                <a:cubicBezTo>
                  <a:pt x="6603" y="1343"/>
                  <a:pt x="6716" y="1456"/>
                  <a:pt x="6856" y="1456"/>
                </a:cubicBezTo>
                <a:cubicBezTo>
                  <a:pt x="6994" y="1456"/>
                  <a:pt x="7107" y="1343"/>
                  <a:pt x="7107" y="1205"/>
                </a:cubicBezTo>
                <a:cubicBezTo>
                  <a:pt x="7105" y="1066"/>
                  <a:pt x="6994" y="952"/>
                  <a:pt x="6856" y="952"/>
                </a:cubicBezTo>
                <a:close/>
                <a:moveTo>
                  <a:pt x="8226" y="4600"/>
                </a:moveTo>
                <a:cubicBezTo>
                  <a:pt x="8189" y="4508"/>
                  <a:pt x="8170" y="4407"/>
                  <a:pt x="8170" y="4302"/>
                </a:cubicBezTo>
                <a:cubicBezTo>
                  <a:pt x="8170" y="4195"/>
                  <a:pt x="8191" y="4093"/>
                  <a:pt x="8228" y="4000"/>
                </a:cubicBezTo>
                <a:lnTo>
                  <a:pt x="2852" y="1286"/>
                </a:lnTo>
                <a:cubicBezTo>
                  <a:pt x="2721" y="1491"/>
                  <a:pt x="2503" y="1637"/>
                  <a:pt x="2252" y="1668"/>
                </a:cubicBezTo>
                <a:lnTo>
                  <a:pt x="2421" y="7183"/>
                </a:lnTo>
                <a:cubicBezTo>
                  <a:pt x="2530" y="7202"/>
                  <a:pt x="2622" y="7261"/>
                  <a:pt x="2686" y="734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9"/>
          <p:cNvSpPr/>
          <p:nvPr/>
        </p:nvSpPr>
        <p:spPr>
          <a:xfrm rot="7355165">
            <a:off x="8197463" y="1374859"/>
            <a:ext cx="578861" cy="579015"/>
          </a:xfrm>
          <a:custGeom>
            <a:avLst/>
            <a:gdLst/>
            <a:ahLst/>
            <a:cxnLst/>
            <a:rect l="l" t="t" r="r" b="b"/>
            <a:pathLst>
              <a:path w="6293" h="6294" extrusionOk="0">
                <a:moveTo>
                  <a:pt x="6293" y="3147"/>
                </a:moveTo>
                <a:cubicBezTo>
                  <a:pt x="6293" y="4885"/>
                  <a:pt x="4882" y="6293"/>
                  <a:pt x="3146" y="6293"/>
                </a:cubicBezTo>
                <a:cubicBezTo>
                  <a:pt x="1409" y="6293"/>
                  <a:pt x="0" y="4885"/>
                  <a:pt x="0" y="3147"/>
                </a:cubicBezTo>
                <a:cubicBezTo>
                  <a:pt x="0" y="1409"/>
                  <a:pt x="1409" y="1"/>
                  <a:pt x="3146" y="1"/>
                </a:cubicBezTo>
                <a:cubicBezTo>
                  <a:pt x="4882" y="1"/>
                  <a:pt x="6293" y="1409"/>
                  <a:pt x="6293" y="3147"/>
                </a:cubicBezTo>
                <a:close/>
              </a:path>
            </a:pathLst>
          </a:custGeom>
          <a:solidFill>
            <a:srgbClr val="92D99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9"/>
          <p:cNvSpPr/>
          <p:nvPr/>
        </p:nvSpPr>
        <p:spPr>
          <a:xfrm>
            <a:off x="720009" y="4386686"/>
            <a:ext cx="88589" cy="216812"/>
          </a:xfrm>
          <a:custGeom>
            <a:avLst/>
            <a:gdLst/>
            <a:ahLst/>
            <a:cxnLst/>
            <a:rect l="l" t="t" r="r" b="b"/>
            <a:pathLst>
              <a:path w="702" h="1718" extrusionOk="0">
                <a:moveTo>
                  <a:pt x="701" y="281"/>
                </a:moveTo>
                <a:lnTo>
                  <a:pt x="278" y="281"/>
                </a:lnTo>
                <a:lnTo>
                  <a:pt x="278" y="1438"/>
                </a:lnTo>
                <a:lnTo>
                  <a:pt x="701" y="1438"/>
                </a:lnTo>
                <a:lnTo>
                  <a:pt x="701" y="1718"/>
                </a:lnTo>
                <a:lnTo>
                  <a:pt x="0" y="1718"/>
                </a:lnTo>
                <a:lnTo>
                  <a:pt x="0" y="1"/>
                </a:lnTo>
                <a:lnTo>
                  <a:pt x="701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9"/>
          <p:cNvSpPr/>
          <p:nvPr/>
        </p:nvSpPr>
        <p:spPr>
          <a:xfrm>
            <a:off x="873842" y="4435273"/>
            <a:ext cx="592107" cy="119511"/>
          </a:xfrm>
          <a:custGeom>
            <a:avLst/>
            <a:gdLst/>
            <a:ahLst/>
            <a:cxnLst/>
            <a:rect l="l" t="t" r="r" b="b"/>
            <a:pathLst>
              <a:path w="4692" h="947" extrusionOk="0">
                <a:moveTo>
                  <a:pt x="473" y="0"/>
                </a:moveTo>
                <a:lnTo>
                  <a:pt x="4218" y="0"/>
                </a:lnTo>
                <a:cubicBezTo>
                  <a:pt x="4477" y="0"/>
                  <a:pt x="4691" y="214"/>
                  <a:pt x="4691" y="473"/>
                </a:cubicBezTo>
                <a:lnTo>
                  <a:pt x="4691" y="473"/>
                </a:lnTo>
                <a:cubicBezTo>
                  <a:pt x="4691" y="735"/>
                  <a:pt x="4477" y="946"/>
                  <a:pt x="4218" y="946"/>
                </a:cubicBezTo>
                <a:lnTo>
                  <a:pt x="473" y="946"/>
                </a:lnTo>
                <a:cubicBezTo>
                  <a:pt x="212" y="946"/>
                  <a:pt x="1" y="735"/>
                  <a:pt x="1" y="473"/>
                </a:cubicBezTo>
                <a:lnTo>
                  <a:pt x="1" y="473"/>
                </a:lnTo>
                <a:cubicBezTo>
                  <a:pt x="1" y="214"/>
                  <a:pt x="212" y="0"/>
                  <a:pt x="473" y="0"/>
                </a:cubicBezTo>
                <a:close/>
              </a:path>
            </a:pathLst>
          </a:custGeom>
          <a:solidFill>
            <a:srgbClr val="FF9BD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9"/>
          <p:cNvSpPr/>
          <p:nvPr/>
        </p:nvSpPr>
        <p:spPr>
          <a:xfrm>
            <a:off x="1530695" y="4435273"/>
            <a:ext cx="296180" cy="119511"/>
          </a:xfrm>
          <a:custGeom>
            <a:avLst/>
            <a:gdLst/>
            <a:ahLst/>
            <a:cxnLst/>
            <a:rect l="l" t="t" r="r" b="b"/>
            <a:pathLst>
              <a:path w="2347" h="947" extrusionOk="0">
                <a:moveTo>
                  <a:pt x="475" y="0"/>
                </a:moveTo>
                <a:lnTo>
                  <a:pt x="1873" y="0"/>
                </a:lnTo>
                <a:cubicBezTo>
                  <a:pt x="2133" y="0"/>
                  <a:pt x="2346" y="214"/>
                  <a:pt x="2346" y="473"/>
                </a:cubicBezTo>
                <a:lnTo>
                  <a:pt x="2346" y="473"/>
                </a:lnTo>
                <a:cubicBezTo>
                  <a:pt x="2346" y="735"/>
                  <a:pt x="2133" y="946"/>
                  <a:pt x="1873" y="946"/>
                </a:cubicBezTo>
                <a:lnTo>
                  <a:pt x="475" y="946"/>
                </a:lnTo>
                <a:cubicBezTo>
                  <a:pt x="216" y="946"/>
                  <a:pt x="2" y="735"/>
                  <a:pt x="2" y="473"/>
                </a:cubicBezTo>
                <a:lnTo>
                  <a:pt x="2" y="473"/>
                </a:lnTo>
                <a:cubicBezTo>
                  <a:pt x="0" y="214"/>
                  <a:pt x="214" y="0"/>
                  <a:pt x="475" y="0"/>
                </a:cubicBezTo>
                <a:close/>
              </a:path>
            </a:pathLst>
          </a:custGeom>
          <a:solidFill>
            <a:srgbClr val="6D65E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9"/>
          <p:cNvSpPr/>
          <p:nvPr/>
        </p:nvSpPr>
        <p:spPr>
          <a:xfrm>
            <a:off x="1891870" y="4386686"/>
            <a:ext cx="88841" cy="216812"/>
          </a:xfrm>
          <a:custGeom>
            <a:avLst/>
            <a:gdLst/>
            <a:ahLst/>
            <a:cxnLst/>
            <a:rect l="l" t="t" r="r" b="b"/>
            <a:pathLst>
              <a:path w="704" h="1718" extrusionOk="0">
                <a:moveTo>
                  <a:pt x="1" y="1"/>
                </a:moveTo>
                <a:lnTo>
                  <a:pt x="704" y="1"/>
                </a:lnTo>
                <a:lnTo>
                  <a:pt x="704" y="1718"/>
                </a:lnTo>
                <a:lnTo>
                  <a:pt x="1" y="1718"/>
                </a:lnTo>
                <a:lnTo>
                  <a:pt x="1" y="1438"/>
                </a:lnTo>
                <a:lnTo>
                  <a:pt x="426" y="1438"/>
                </a:lnTo>
                <a:lnTo>
                  <a:pt x="426" y="281"/>
                </a:lnTo>
                <a:lnTo>
                  <a:pt x="1" y="28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9"/>
          <p:cNvSpPr/>
          <p:nvPr/>
        </p:nvSpPr>
        <p:spPr>
          <a:xfrm>
            <a:off x="3545106" y="4136625"/>
            <a:ext cx="940826" cy="716932"/>
          </a:xfrm>
          <a:custGeom>
            <a:avLst/>
            <a:gdLst/>
            <a:ahLst/>
            <a:cxnLst/>
            <a:rect l="l" t="t" r="r" b="b"/>
            <a:pathLst>
              <a:path w="19298" h="16869" extrusionOk="0">
                <a:moveTo>
                  <a:pt x="19298" y="1611"/>
                </a:moveTo>
                <a:lnTo>
                  <a:pt x="19298" y="16869"/>
                </a:lnTo>
                <a:lnTo>
                  <a:pt x="1" y="16869"/>
                </a:lnTo>
                <a:lnTo>
                  <a:pt x="1" y="1611"/>
                </a:lnTo>
                <a:cubicBezTo>
                  <a:pt x="1" y="1381"/>
                  <a:pt x="192" y="1189"/>
                  <a:pt x="422" y="1189"/>
                </a:cubicBezTo>
                <a:lnTo>
                  <a:pt x="10054" y="1189"/>
                </a:lnTo>
                <a:lnTo>
                  <a:pt x="10223" y="178"/>
                </a:lnTo>
                <a:cubicBezTo>
                  <a:pt x="10241" y="75"/>
                  <a:pt x="10330" y="1"/>
                  <a:pt x="10433" y="1"/>
                </a:cubicBezTo>
                <a:lnTo>
                  <a:pt x="16655" y="1"/>
                </a:lnTo>
                <a:cubicBezTo>
                  <a:pt x="16758" y="1"/>
                  <a:pt x="16844" y="77"/>
                  <a:pt x="16863" y="178"/>
                </a:cubicBezTo>
                <a:lnTo>
                  <a:pt x="17034" y="1189"/>
                </a:lnTo>
                <a:lnTo>
                  <a:pt x="18876" y="1189"/>
                </a:lnTo>
                <a:cubicBezTo>
                  <a:pt x="19110" y="1189"/>
                  <a:pt x="19298" y="1381"/>
                  <a:pt x="19298" y="1611"/>
                </a:cubicBezTo>
                <a:close/>
              </a:path>
            </a:pathLst>
          </a:custGeom>
          <a:solidFill>
            <a:srgbClr val="F8EF5B"/>
          </a:solidFill>
          <a:ln>
            <a:noFill/>
          </a:ln>
          <a:effectLst>
            <a:outerShdw dist="104775" dir="1860000" algn="bl" rotWithShape="0">
              <a:srgbClr val="1B222D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9"/>
          <p:cNvSpPr/>
          <p:nvPr/>
        </p:nvSpPr>
        <p:spPr>
          <a:xfrm>
            <a:off x="4683586" y="4136625"/>
            <a:ext cx="940826" cy="716932"/>
          </a:xfrm>
          <a:custGeom>
            <a:avLst/>
            <a:gdLst/>
            <a:ahLst/>
            <a:cxnLst/>
            <a:rect l="l" t="t" r="r" b="b"/>
            <a:pathLst>
              <a:path w="19298" h="16869" extrusionOk="0">
                <a:moveTo>
                  <a:pt x="19298" y="1611"/>
                </a:moveTo>
                <a:lnTo>
                  <a:pt x="19298" y="16869"/>
                </a:lnTo>
                <a:lnTo>
                  <a:pt x="1" y="16869"/>
                </a:lnTo>
                <a:lnTo>
                  <a:pt x="1" y="1611"/>
                </a:lnTo>
                <a:cubicBezTo>
                  <a:pt x="1" y="1381"/>
                  <a:pt x="192" y="1189"/>
                  <a:pt x="422" y="1189"/>
                </a:cubicBezTo>
                <a:lnTo>
                  <a:pt x="10054" y="1189"/>
                </a:lnTo>
                <a:lnTo>
                  <a:pt x="10223" y="178"/>
                </a:lnTo>
                <a:cubicBezTo>
                  <a:pt x="10241" y="75"/>
                  <a:pt x="10330" y="1"/>
                  <a:pt x="10433" y="1"/>
                </a:cubicBezTo>
                <a:lnTo>
                  <a:pt x="16655" y="1"/>
                </a:lnTo>
                <a:cubicBezTo>
                  <a:pt x="16758" y="1"/>
                  <a:pt x="16844" y="77"/>
                  <a:pt x="16863" y="178"/>
                </a:cubicBezTo>
                <a:lnTo>
                  <a:pt x="17034" y="1189"/>
                </a:lnTo>
                <a:lnTo>
                  <a:pt x="18876" y="1189"/>
                </a:lnTo>
                <a:cubicBezTo>
                  <a:pt x="19110" y="1189"/>
                  <a:pt x="19298" y="1381"/>
                  <a:pt x="19298" y="1611"/>
                </a:cubicBezTo>
                <a:close/>
              </a:path>
            </a:pathLst>
          </a:custGeom>
          <a:solidFill>
            <a:srgbClr val="F8EF5B"/>
          </a:solidFill>
          <a:ln>
            <a:noFill/>
          </a:ln>
          <a:effectLst>
            <a:outerShdw dist="104775" dir="1860000" algn="bl" rotWithShape="0">
              <a:srgbClr val="1B222D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9"/>
          <p:cNvSpPr/>
          <p:nvPr/>
        </p:nvSpPr>
        <p:spPr>
          <a:xfrm>
            <a:off x="2406625" y="4136625"/>
            <a:ext cx="940826" cy="716932"/>
          </a:xfrm>
          <a:custGeom>
            <a:avLst/>
            <a:gdLst/>
            <a:ahLst/>
            <a:cxnLst/>
            <a:rect l="l" t="t" r="r" b="b"/>
            <a:pathLst>
              <a:path w="19298" h="16869" extrusionOk="0">
                <a:moveTo>
                  <a:pt x="19298" y="1611"/>
                </a:moveTo>
                <a:lnTo>
                  <a:pt x="19298" y="16869"/>
                </a:lnTo>
                <a:lnTo>
                  <a:pt x="1" y="16869"/>
                </a:lnTo>
                <a:lnTo>
                  <a:pt x="1" y="1611"/>
                </a:lnTo>
                <a:cubicBezTo>
                  <a:pt x="1" y="1381"/>
                  <a:pt x="192" y="1189"/>
                  <a:pt x="422" y="1189"/>
                </a:cubicBezTo>
                <a:lnTo>
                  <a:pt x="10054" y="1189"/>
                </a:lnTo>
                <a:lnTo>
                  <a:pt x="10223" y="178"/>
                </a:lnTo>
                <a:cubicBezTo>
                  <a:pt x="10241" y="75"/>
                  <a:pt x="10330" y="1"/>
                  <a:pt x="10433" y="1"/>
                </a:cubicBezTo>
                <a:lnTo>
                  <a:pt x="16655" y="1"/>
                </a:lnTo>
                <a:cubicBezTo>
                  <a:pt x="16758" y="1"/>
                  <a:pt x="16844" y="77"/>
                  <a:pt x="16863" y="178"/>
                </a:cubicBezTo>
                <a:lnTo>
                  <a:pt x="17034" y="1189"/>
                </a:lnTo>
                <a:lnTo>
                  <a:pt x="18876" y="1189"/>
                </a:lnTo>
                <a:cubicBezTo>
                  <a:pt x="19110" y="1189"/>
                  <a:pt x="19298" y="1381"/>
                  <a:pt x="19298" y="1611"/>
                </a:cubicBezTo>
                <a:close/>
              </a:path>
            </a:pathLst>
          </a:custGeom>
          <a:solidFill>
            <a:srgbClr val="F8EF5B"/>
          </a:solidFill>
          <a:ln>
            <a:noFill/>
          </a:ln>
          <a:effectLst>
            <a:outerShdw dist="104775" dir="1860000" algn="bl" rotWithShape="0">
              <a:srgbClr val="1B222D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9"/>
          <p:cNvSpPr/>
          <p:nvPr/>
        </p:nvSpPr>
        <p:spPr>
          <a:xfrm>
            <a:off x="5822061" y="4136625"/>
            <a:ext cx="940826" cy="716932"/>
          </a:xfrm>
          <a:custGeom>
            <a:avLst/>
            <a:gdLst/>
            <a:ahLst/>
            <a:cxnLst/>
            <a:rect l="l" t="t" r="r" b="b"/>
            <a:pathLst>
              <a:path w="19298" h="16869" extrusionOk="0">
                <a:moveTo>
                  <a:pt x="19298" y="1611"/>
                </a:moveTo>
                <a:lnTo>
                  <a:pt x="19298" y="16869"/>
                </a:lnTo>
                <a:lnTo>
                  <a:pt x="1" y="16869"/>
                </a:lnTo>
                <a:lnTo>
                  <a:pt x="1" y="1611"/>
                </a:lnTo>
                <a:cubicBezTo>
                  <a:pt x="1" y="1381"/>
                  <a:pt x="192" y="1189"/>
                  <a:pt x="422" y="1189"/>
                </a:cubicBezTo>
                <a:lnTo>
                  <a:pt x="10054" y="1189"/>
                </a:lnTo>
                <a:lnTo>
                  <a:pt x="10223" y="178"/>
                </a:lnTo>
                <a:cubicBezTo>
                  <a:pt x="10241" y="75"/>
                  <a:pt x="10330" y="1"/>
                  <a:pt x="10433" y="1"/>
                </a:cubicBezTo>
                <a:lnTo>
                  <a:pt x="16655" y="1"/>
                </a:lnTo>
                <a:cubicBezTo>
                  <a:pt x="16758" y="1"/>
                  <a:pt x="16844" y="77"/>
                  <a:pt x="16863" y="178"/>
                </a:cubicBezTo>
                <a:lnTo>
                  <a:pt x="17034" y="1189"/>
                </a:lnTo>
                <a:lnTo>
                  <a:pt x="18876" y="1189"/>
                </a:lnTo>
                <a:cubicBezTo>
                  <a:pt x="19110" y="1189"/>
                  <a:pt x="19298" y="1381"/>
                  <a:pt x="19298" y="1611"/>
                </a:cubicBezTo>
                <a:close/>
              </a:path>
            </a:pathLst>
          </a:custGeom>
          <a:solidFill>
            <a:srgbClr val="F8EF5B"/>
          </a:solidFill>
          <a:ln>
            <a:noFill/>
          </a:ln>
          <a:effectLst>
            <a:outerShdw dist="104775" dir="1860000" algn="bl" rotWithShape="0">
              <a:srgbClr val="1B222D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BLANK_1_1"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1" name="Google Shape;181;p14"/>
          <p:cNvGrpSpPr/>
          <p:nvPr/>
        </p:nvGrpSpPr>
        <p:grpSpPr>
          <a:xfrm>
            <a:off x="1160658" y="717681"/>
            <a:ext cx="6822668" cy="360474"/>
            <a:chOff x="552450" y="401675"/>
            <a:chExt cx="8079900" cy="426900"/>
          </a:xfrm>
        </p:grpSpPr>
        <p:sp>
          <p:nvSpPr>
            <p:cNvPr id="182" name="Google Shape;182;p14"/>
            <p:cNvSpPr/>
            <p:nvPr/>
          </p:nvSpPr>
          <p:spPr>
            <a:xfrm>
              <a:off x="552450" y="401675"/>
              <a:ext cx="8079900" cy="426900"/>
            </a:xfrm>
            <a:prstGeom prst="roundRect">
              <a:avLst>
                <a:gd name="adj" fmla="val 22312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183;p14"/>
            <p:cNvSpPr/>
            <p:nvPr/>
          </p:nvSpPr>
          <p:spPr>
            <a:xfrm>
              <a:off x="720000" y="518729"/>
              <a:ext cx="195095" cy="195109"/>
            </a:xfrm>
            <a:custGeom>
              <a:avLst/>
              <a:gdLst/>
              <a:ahLst/>
              <a:cxnLst/>
              <a:rect l="l" t="t" r="r" b="b"/>
              <a:pathLst>
                <a:path w="2829" h="2829" extrusionOk="0">
                  <a:moveTo>
                    <a:pt x="2828" y="1413"/>
                  </a:moveTo>
                  <a:cubicBezTo>
                    <a:pt x="2828" y="2195"/>
                    <a:pt x="2197" y="2828"/>
                    <a:pt x="1416" y="2828"/>
                  </a:cubicBezTo>
                  <a:cubicBezTo>
                    <a:pt x="634" y="2828"/>
                    <a:pt x="1" y="2195"/>
                    <a:pt x="1" y="1413"/>
                  </a:cubicBezTo>
                  <a:cubicBezTo>
                    <a:pt x="1" y="632"/>
                    <a:pt x="634" y="1"/>
                    <a:pt x="1416" y="1"/>
                  </a:cubicBezTo>
                  <a:cubicBezTo>
                    <a:pt x="2197" y="1"/>
                    <a:pt x="2828" y="632"/>
                    <a:pt x="2828" y="1413"/>
                  </a:cubicBezTo>
                  <a:close/>
                </a:path>
              </a:pathLst>
            </a:custGeom>
            <a:solidFill>
              <a:srgbClr val="EB535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184;p14"/>
            <p:cNvSpPr/>
            <p:nvPr/>
          </p:nvSpPr>
          <p:spPr>
            <a:xfrm>
              <a:off x="1080398" y="518729"/>
              <a:ext cx="195026" cy="195109"/>
            </a:xfrm>
            <a:custGeom>
              <a:avLst/>
              <a:gdLst/>
              <a:ahLst/>
              <a:cxnLst/>
              <a:rect l="l" t="t" r="r" b="b"/>
              <a:pathLst>
                <a:path w="2828" h="2829" extrusionOk="0">
                  <a:moveTo>
                    <a:pt x="2828" y="1413"/>
                  </a:moveTo>
                  <a:cubicBezTo>
                    <a:pt x="2828" y="2195"/>
                    <a:pt x="2194" y="2828"/>
                    <a:pt x="1413" y="2828"/>
                  </a:cubicBezTo>
                  <a:cubicBezTo>
                    <a:pt x="631" y="2828"/>
                    <a:pt x="0" y="2195"/>
                    <a:pt x="0" y="1413"/>
                  </a:cubicBezTo>
                  <a:cubicBezTo>
                    <a:pt x="0" y="632"/>
                    <a:pt x="631" y="1"/>
                    <a:pt x="1413" y="1"/>
                  </a:cubicBezTo>
                  <a:cubicBezTo>
                    <a:pt x="2194" y="1"/>
                    <a:pt x="2828" y="632"/>
                    <a:pt x="2828" y="1413"/>
                  </a:cubicBezTo>
                  <a:close/>
                </a:path>
              </a:pathLst>
            </a:custGeom>
            <a:solidFill>
              <a:srgbClr val="F8EF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185;p14"/>
            <p:cNvSpPr/>
            <p:nvPr/>
          </p:nvSpPr>
          <p:spPr>
            <a:xfrm>
              <a:off x="1440175" y="518729"/>
              <a:ext cx="195026" cy="195109"/>
            </a:xfrm>
            <a:custGeom>
              <a:avLst/>
              <a:gdLst/>
              <a:ahLst/>
              <a:cxnLst/>
              <a:rect l="l" t="t" r="r" b="b"/>
              <a:pathLst>
                <a:path w="2828" h="2829" extrusionOk="0">
                  <a:moveTo>
                    <a:pt x="2827" y="1413"/>
                  </a:moveTo>
                  <a:cubicBezTo>
                    <a:pt x="2827" y="2195"/>
                    <a:pt x="2194" y="2828"/>
                    <a:pt x="1415" y="2828"/>
                  </a:cubicBezTo>
                  <a:cubicBezTo>
                    <a:pt x="633" y="2828"/>
                    <a:pt x="0" y="2195"/>
                    <a:pt x="0" y="1413"/>
                  </a:cubicBezTo>
                  <a:cubicBezTo>
                    <a:pt x="0" y="632"/>
                    <a:pt x="633" y="1"/>
                    <a:pt x="1415" y="1"/>
                  </a:cubicBezTo>
                  <a:cubicBezTo>
                    <a:pt x="2194" y="1"/>
                    <a:pt x="2827" y="632"/>
                    <a:pt x="2827" y="141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6" name="Google Shape;186;p14"/>
          <p:cNvSpPr/>
          <p:nvPr/>
        </p:nvSpPr>
        <p:spPr>
          <a:xfrm>
            <a:off x="1160653" y="1133608"/>
            <a:ext cx="6822600" cy="3292200"/>
          </a:xfrm>
          <a:prstGeom prst="roundRect">
            <a:avLst>
              <a:gd name="adj" fmla="val 3542"/>
            </a:avLst>
          </a:prstGeom>
          <a:solidFill>
            <a:srgbClr val="88A6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14"/>
          <p:cNvSpPr txBox="1">
            <a:spLocks noGrp="1"/>
          </p:cNvSpPr>
          <p:nvPr>
            <p:ph type="title"/>
          </p:nvPr>
        </p:nvSpPr>
        <p:spPr>
          <a:xfrm rot="-732">
            <a:off x="2457400" y="3203847"/>
            <a:ext cx="4229100" cy="60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88" name="Google Shape;188;p14"/>
          <p:cNvSpPr txBox="1">
            <a:spLocks noGrp="1"/>
          </p:cNvSpPr>
          <p:nvPr>
            <p:ph type="subTitle" idx="1"/>
          </p:nvPr>
        </p:nvSpPr>
        <p:spPr>
          <a:xfrm>
            <a:off x="2457400" y="1533250"/>
            <a:ext cx="4229100" cy="159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MAIN_POINT_1"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0"/>
          <p:cNvSpPr/>
          <p:nvPr/>
        </p:nvSpPr>
        <p:spPr>
          <a:xfrm>
            <a:off x="520575" y="819150"/>
            <a:ext cx="8079900" cy="3898800"/>
          </a:xfrm>
          <a:prstGeom prst="roundRect">
            <a:avLst>
              <a:gd name="adj" fmla="val 3542"/>
            </a:avLst>
          </a:prstGeom>
          <a:solidFill>
            <a:srgbClr val="88A6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74" name="Google Shape;274;p20"/>
          <p:cNvGrpSpPr/>
          <p:nvPr/>
        </p:nvGrpSpPr>
        <p:grpSpPr>
          <a:xfrm>
            <a:off x="520563" y="326550"/>
            <a:ext cx="8079900" cy="426900"/>
            <a:chOff x="552450" y="401675"/>
            <a:chExt cx="8079900" cy="426900"/>
          </a:xfrm>
        </p:grpSpPr>
        <p:sp>
          <p:nvSpPr>
            <p:cNvPr id="275" name="Google Shape;275;p20"/>
            <p:cNvSpPr/>
            <p:nvPr/>
          </p:nvSpPr>
          <p:spPr>
            <a:xfrm>
              <a:off x="552450" y="401675"/>
              <a:ext cx="8079900" cy="426900"/>
            </a:xfrm>
            <a:prstGeom prst="roundRect">
              <a:avLst>
                <a:gd name="adj" fmla="val 22312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Google Shape;276;p20"/>
            <p:cNvSpPr/>
            <p:nvPr/>
          </p:nvSpPr>
          <p:spPr>
            <a:xfrm>
              <a:off x="720000" y="518729"/>
              <a:ext cx="195095" cy="195109"/>
            </a:xfrm>
            <a:custGeom>
              <a:avLst/>
              <a:gdLst/>
              <a:ahLst/>
              <a:cxnLst/>
              <a:rect l="l" t="t" r="r" b="b"/>
              <a:pathLst>
                <a:path w="2829" h="2829" extrusionOk="0">
                  <a:moveTo>
                    <a:pt x="2828" y="1413"/>
                  </a:moveTo>
                  <a:cubicBezTo>
                    <a:pt x="2828" y="2195"/>
                    <a:pt x="2197" y="2828"/>
                    <a:pt x="1416" y="2828"/>
                  </a:cubicBezTo>
                  <a:cubicBezTo>
                    <a:pt x="634" y="2828"/>
                    <a:pt x="1" y="2195"/>
                    <a:pt x="1" y="1413"/>
                  </a:cubicBezTo>
                  <a:cubicBezTo>
                    <a:pt x="1" y="632"/>
                    <a:pt x="634" y="1"/>
                    <a:pt x="1416" y="1"/>
                  </a:cubicBezTo>
                  <a:cubicBezTo>
                    <a:pt x="2197" y="1"/>
                    <a:pt x="2828" y="632"/>
                    <a:pt x="2828" y="1413"/>
                  </a:cubicBezTo>
                  <a:close/>
                </a:path>
              </a:pathLst>
            </a:custGeom>
            <a:solidFill>
              <a:srgbClr val="EB535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Google Shape;277;p20"/>
            <p:cNvSpPr/>
            <p:nvPr/>
          </p:nvSpPr>
          <p:spPr>
            <a:xfrm>
              <a:off x="1080398" y="518729"/>
              <a:ext cx="195026" cy="195109"/>
            </a:xfrm>
            <a:custGeom>
              <a:avLst/>
              <a:gdLst/>
              <a:ahLst/>
              <a:cxnLst/>
              <a:rect l="l" t="t" r="r" b="b"/>
              <a:pathLst>
                <a:path w="2828" h="2829" extrusionOk="0">
                  <a:moveTo>
                    <a:pt x="2828" y="1413"/>
                  </a:moveTo>
                  <a:cubicBezTo>
                    <a:pt x="2828" y="2195"/>
                    <a:pt x="2194" y="2828"/>
                    <a:pt x="1413" y="2828"/>
                  </a:cubicBezTo>
                  <a:cubicBezTo>
                    <a:pt x="631" y="2828"/>
                    <a:pt x="0" y="2195"/>
                    <a:pt x="0" y="1413"/>
                  </a:cubicBezTo>
                  <a:cubicBezTo>
                    <a:pt x="0" y="632"/>
                    <a:pt x="631" y="1"/>
                    <a:pt x="1413" y="1"/>
                  </a:cubicBezTo>
                  <a:cubicBezTo>
                    <a:pt x="2194" y="1"/>
                    <a:pt x="2828" y="632"/>
                    <a:pt x="2828" y="1413"/>
                  </a:cubicBezTo>
                  <a:close/>
                </a:path>
              </a:pathLst>
            </a:custGeom>
            <a:solidFill>
              <a:srgbClr val="F8EF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" name="Google Shape;278;p20"/>
            <p:cNvSpPr/>
            <p:nvPr/>
          </p:nvSpPr>
          <p:spPr>
            <a:xfrm>
              <a:off x="1440175" y="518729"/>
              <a:ext cx="195026" cy="195109"/>
            </a:xfrm>
            <a:custGeom>
              <a:avLst/>
              <a:gdLst/>
              <a:ahLst/>
              <a:cxnLst/>
              <a:rect l="l" t="t" r="r" b="b"/>
              <a:pathLst>
                <a:path w="2828" h="2829" extrusionOk="0">
                  <a:moveTo>
                    <a:pt x="2827" y="1413"/>
                  </a:moveTo>
                  <a:cubicBezTo>
                    <a:pt x="2827" y="2195"/>
                    <a:pt x="2194" y="2828"/>
                    <a:pt x="1415" y="2828"/>
                  </a:cubicBezTo>
                  <a:cubicBezTo>
                    <a:pt x="633" y="2828"/>
                    <a:pt x="0" y="2195"/>
                    <a:pt x="0" y="1413"/>
                  </a:cubicBezTo>
                  <a:cubicBezTo>
                    <a:pt x="0" y="632"/>
                    <a:pt x="633" y="1"/>
                    <a:pt x="1415" y="1"/>
                  </a:cubicBezTo>
                  <a:cubicBezTo>
                    <a:pt x="2194" y="1"/>
                    <a:pt x="2827" y="632"/>
                    <a:pt x="2827" y="141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79" name="Google Shape;279;p20"/>
          <p:cNvSpPr txBox="1">
            <a:spLocks noGrp="1"/>
          </p:cNvSpPr>
          <p:nvPr>
            <p:ph type="subTitle" idx="1"/>
          </p:nvPr>
        </p:nvSpPr>
        <p:spPr>
          <a:xfrm rot="299">
            <a:off x="4572000" y="2896925"/>
            <a:ext cx="3447000" cy="80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0" name="Google Shape;280;p20"/>
          <p:cNvSpPr txBox="1">
            <a:spLocks noGrp="1"/>
          </p:cNvSpPr>
          <p:nvPr>
            <p:ph type="title"/>
          </p:nvPr>
        </p:nvSpPr>
        <p:spPr>
          <a:xfrm>
            <a:off x="4572000" y="1430375"/>
            <a:ext cx="3447000" cy="146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281" name="Google Shape;281;p20"/>
          <p:cNvSpPr>
            <a:spLocks noGrp="1"/>
          </p:cNvSpPr>
          <p:nvPr>
            <p:ph type="pic" idx="2"/>
          </p:nvPr>
        </p:nvSpPr>
        <p:spPr>
          <a:xfrm>
            <a:off x="1373525" y="1191463"/>
            <a:ext cx="2710200" cy="3028500"/>
          </a:xfrm>
          <a:prstGeom prst="roundRect">
            <a:avLst>
              <a:gd name="adj" fmla="val 9964"/>
            </a:avLst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2" name="Google Shape;282;p20"/>
          <p:cNvSpPr/>
          <p:nvPr/>
        </p:nvSpPr>
        <p:spPr>
          <a:xfrm>
            <a:off x="5939543" y="4136625"/>
            <a:ext cx="940826" cy="716932"/>
          </a:xfrm>
          <a:custGeom>
            <a:avLst/>
            <a:gdLst/>
            <a:ahLst/>
            <a:cxnLst/>
            <a:rect l="l" t="t" r="r" b="b"/>
            <a:pathLst>
              <a:path w="19298" h="16869" extrusionOk="0">
                <a:moveTo>
                  <a:pt x="19298" y="1611"/>
                </a:moveTo>
                <a:lnTo>
                  <a:pt x="19298" y="16869"/>
                </a:lnTo>
                <a:lnTo>
                  <a:pt x="1" y="16869"/>
                </a:lnTo>
                <a:lnTo>
                  <a:pt x="1" y="1611"/>
                </a:lnTo>
                <a:cubicBezTo>
                  <a:pt x="1" y="1381"/>
                  <a:pt x="192" y="1189"/>
                  <a:pt x="422" y="1189"/>
                </a:cubicBezTo>
                <a:lnTo>
                  <a:pt x="10054" y="1189"/>
                </a:lnTo>
                <a:lnTo>
                  <a:pt x="10223" y="178"/>
                </a:lnTo>
                <a:cubicBezTo>
                  <a:pt x="10241" y="75"/>
                  <a:pt x="10330" y="1"/>
                  <a:pt x="10433" y="1"/>
                </a:cubicBezTo>
                <a:lnTo>
                  <a:pt x="16655" y="1"/>
                </a:lnTo>
                <a:cubicBezTo>
                  <a:pt x="16758" y="1"/>
                  <a:pt x="16844" y="77"/>
                  <a:pt x="16863" y="178"/>
                </a:cubicBezTo>
                <a:lnTo>
                  <a:pt x="17034" y="1189"/>
                </a:lnTo>
                <a:lnTo>
                  <a:pt x="18876" y="1189"/>
                </a:lnTo>
                <a:cubicBezTo>
                  <a:pt x="19110" y="1189"/>
                  <a:pt x="19298" y="1381"/>
                  <a:pt x="19298" y="1611"/>
                </a:cubicBezTo>
                <a:close/>
              </a:path>
            </a:pathLst>
          </a:custGeom>
          <a:solidFill>
            <a:srgbClr val="F8EF5B"/>
          </a:solidFill>
          <a:ln>
            <a:noFill/>
          </a:ln>
          <a:effectLst>
            <a:outerShdw dist="104775" dir="1860000" algn="bl" rotWithShape="0">
              <a:schemeClr val="lt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3" name="Google Shape;283;p20"/>
          <p:cNvSpPr/>
          <p:nvPr/>
        </p:nvSpPr>
        <p:spPr>
          <a:xfrm>
            <a:off x="4801063" y="4136625"/>
            <a:ext cx="940826" cy="716932"/>
          </a:xfrm>
          <a:custGeom>
            <a:avLst/>
            <a:gdLst/>
            <a:ahLst/>
            <a:cxnLst/>
            <a:rect l="l" t="t" r="r" b="b"/>
            <a:pathLst>
              <a:path w="19298" h="16869" extrusionOk="0">
                <a:moveTo>
                  <a:pt x="19298" y="1611"/>
                </a:moveTo>
                <a:lnTo>
                  <a:pt x="19298" y="16869"/>
                </a:lnTo>
                <a:lnTo>
                  <a:pt x="1" y="16869"/>
                </a:lnTo>
                <a:lnTo>
                  <a:pt x="1" y="1611"/>
                </a:lnTo>
                <a:cubicBezTo>
                  <a:pt x="1" y="1381"/>
                  <a:pt x="192" y="1189"/>
                  <a:pt x="422" y="1189"/>
                </a:cubicBezTo>
                <a:lnTo>
                  <a:pt x="10054" y="1189"/>
                </a:lnTo>
                <a:lnTo>
                  <a:pt x="10223" y="178"/>
                </a:lnTo>
                <a:cubicBezTo>
                  <a:pt x="10241" y="75"/>
                  <a:pt x="10330" y="1"/>
                  <a:pt x="10433" y="1"/>
                </a:cubicBezTo>
                <a:lnTo>
                  <a:pt x="16655" y="1"/>
                </a:lnTo>
                <a:cubicBezTo>
                  <a:pt x="16758" y="1"/>
                  <a:pt x="16844" y="77"/>
                  <a:pt x="16863" y="178"/>
                </a:cubicBezTo>
                <a:lnTo>
                  <a:pt x="17034" y="1189"/>
                </a:lnTo>
                <a:lnTo>
                  <a:pt x="18876" y="1189"/>
                </a:lnTo>
                <a:cubicBezTo>
                  <a:pt x="19110" y="1189"/>
                  <a:pt x="19298" y="1381"/>
                  <a:pt x="19298" y="1611"/>
                </a:cubicBezTo>
                <a:close/>
              </a:path>
            </a:pathLst>
          </a:custGeom>
          <a:solidFill>
            <a:srgbClr val="F8EF5B"/>
          </a:solidFill>
          <a:ln>
            <a:noFill/>
          </a:ln>
          <a:effectLst>
            <a:outerShdw dist="104775" dir="1860000" algn="bl" rotWithShape="0">
              <a:schemeClr val="lt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84" name="Google Shape;284;p20"/>
          <p:cNvGrpSpPr/>
          <p:nvPr/>
        </p:nvGrpSpPr>
        <p:grpSpPr>
          <a:xfrm rot="1454298">
            <a:off x="118915" y="3968809"/>
            <a:ext cx="1128632" cy="1100045"/>
            <a:chOff x="7352643" y="433005"/>
            <a:chExt cx="1199742" cy="1169354"/>
          </a:xfrm>
        </p:grpSpPr>
        <p:sp>
          <p:nvSpPr>
            <p:cNvPr id="285" name="Google Shape;285;p20"/>
            <p:cNvSpPr/>
            <p:nvPr/>
          </p:nvSpPr>
          <p:spPr>
            <a:xfrm rot="-562243">
              <a:off x="7524655" y="539535"/>
              <a:ext cx="956261" cy="956261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Google Shape;286;p20"/>
            <p:cNvSpPr/>
            <p:nvPr/>
          </p:nvSpPr>
          <p:spPr>
            <a:xfrm rot="-9675424">
              <a:off x="7476279" y="557078"/>
              <a:ext cx="921645" cy="921645"/>
            </a:xfrm>
            <a:custGeom>
              <a:avLst/>
              <a:gdLst/>
              <a:ahLst/>
              <a:cxnLst/>
              <a:rect l="l" t="t" r="r" b="b"/>
              <a:pathLst>
                <a:path w="18323" h="18323" extrusionOk="0">
                  <a:moveTo>
                    <a:pt x="15639" y="2684"/>
                  </a:moveTo>
                  <a:cubicBezTo>
                    <a:pt x="17358" y="4401"/>
                    <a:pt x="18323" y="6731"/>
                    <a:pt x="18323" y="9162"/>
                  </a:cubicBezTo>
                  <a:cubicBezTo>
                    <a:pt x="18323" y="11590"/>
                    <a:pt x="17358" y="13920"/>
                    <a:pt x="15639" y="15639"/>
                  </a:cubicBezTo>
                  <a:cubicBezTo>
                    <a:pt x="13922" y="17356"/>
                    <a:pt x="11592" y="18323"/>
                    <a:pt x="9162" y="18323"/>
                  </a:cubicBezTo>
                  <a:cubicBezTo>
                    <a:pt x="6733" y="18323"/>
                    <a:pt x="4403" y="17356"/>
                    <a:pt x="2684" y="15639"/>
                  </a:cubicBezTo>
                  <a:cubicBezTo>
                    <a:pt x="967" y="13920"/>
                    <a:pt x="1" y="11590"/>
                    <a:pt x="1" y="9162"/>
                  </a:cubicBezTo>
                  <a:cubicBezTo>
                    <a:pt x="1" y="6731"/>
                    <a:pt x="967" y="4401"/>
                    <a:pt x="2684" y="2684"/>
                  </a:cubicBezTo>
                  <a:cubicBezTo>
                    <a:pt x="4403" y="965"/>
                    <a:pt x="6733" y="1"/>
                    <a:pt x="9162" y="1"/>
                  </a:cubicBezTo>
                  <a:cubicBezTo>
                    <a:pt x="11592" y="1"/>
                    <a:pt x="13922" y="965"/>
                    <a:pt x="15639" y="268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Google Shape;287;p20"/>
            <p:cNvSpPr/>
            <p:nvPr/>
          </p:nvSpPr>
          <p:spPr>
            <a:xfrm rot="-9675424">
              <a:off x="7722870" y="932008"/>
              <a:ext cx="503703" cy="516228"/>
            </a:xfrm>
            <a:custGeom>
              <a:avLst/>
              <a:gdLst/>
              <a:ahLst/>
              <a:cxnLst/>
              <a:rect l="l" t="t" r="r" b="b"/>
              <a:pathLst>
                <a:path w="10014" h="10263" extrusionOk="0">
                  <a:moveTo>
                    <a:pt x="8596" y="30"/>
                  </a:moveTo>
                  <a:cubicBezTo>
                    <a:pt x="9008" y="54"/>
                    <a:pt x="9368" y="246"/>
                    <a:pt x="9620" y="536"/>
                  </a:cubicBezTo>
                  <a:cubicBezTo>
                    <a:pt x="9871" y="823"/>
                    <a:pt x="10013" y="1206"/>
                    <a:pt x="9986" y="1617"/>
                  </a:cubicBezTo>
                  <a:cubicBezTo>
                    <a:pt x="9962" y="2028"/>
                    <a:pt x="9769" y="2388"/>
                    <a:pt x="9481" y="2641"/>
                  </a:cubicBezTo>
                  <a:cubicBezTo>
                    <a:pt x="9193" y="2892"/>
                    <a:pt x="8810" y="3034"/>
                    <a:pt x="8401" y="3009"/>
                  </a:cubicBezTo>
                  <a:cubicBezTo>
                    <a:pt x="7990" y="2983"/>
                    <a:pt x="7630" y="2789"/>
                    <a:pt x="7379" y="2501"/>
                  </a:cubicBezTo>
                  <a:cubicBezTo>
                    <a:pt x="7126" y="2214"/>
                    <a:pt x="6984" y="1831"/>
                    <a:pt x="7011" y="1420"/>
                  </a:cubicBezTo>
                  <a:cubicBezTo>
                    <a:pt x="7036" y="1009"/>
                    <a:pt x="7229" y="649"/>
                    <a:pt x="7517" y="398"/>
                  </a:cubicBezTo>
                  <a:cubicBezTo>
                    <a:pt x="7805" y="145"/>
                    <a:pt x="8187" y="1"/>
                    <a:pt x="8596" y="30"/>
                  </a:cubicBezTo>
                  <a:close/>
                  <a:moveTo>
                    <a:pt x="3032" y="6968"/>
                  </a:moveTo>
                  <a:cubicBezTo>
                    <a:pt x="3482" y="6995"/>
                    <a:pt x="3879" y="7206"/>
                    <a:pt x="4155" y="7519"/>
                  </a:cubicBezTo>
                  <a:cubicBezTo>
                    <a:pt x="4432" y="7836"/>
                    <a:pt x="4587" y="8255"/>
                    <a:pt x="4558" y="8707"/>
                  </a:cubicBezTo>
                  <a:cubicBezTo>
                    <a:pt x="4531" y="9158"/>
                    <a:pt x="4319" y="9555"/>
                    <a:pt x="4007" y="9830"/>
                  </a:cubicBezTo>
                  <a:cubicBezTo>
                    <a:pt x="3690" y="10108"/>
                    <a:pt x="3270" y="10262"/>
                    <a:pt x="2818" y="10233"/>
                  </a:cubicBezTo>
                  <a:cubicBezTo>
                    <a:pt x="2368" y="10205"/>
                    <a:pt x="1971" y="9995"/>
                    <a:pt x="1695" y="9680"/>
                  </a:cubicBezTo>
                  <a:cubicBezTo>
                    <a:pt x="1418" y="9366"/>
                    <a:pt x="1263" y="8946"/>
                    <a:pt x="1292" y="8496"/>
                  </a:cubicBezTo>
                  <a:cubicBezTo>
                    <a:pt x="1319" y="8045"/>
                    <a:pt x="1531" y="7648"/>
                    <a:pt x="1843" y="7373"/>
                  </a:cubicBezTo>
                  <a:cubicBezTo>
                    <a:pt x="2160" y="7093"/>
                    <a:pt x="2582" y="6937"/>
                    <a:pt x="3032" y="6968"/>
                  </a:cubicBezTo>
                  <a:close/>
                  <a:moveTo>
                    <a:pt x="3949" y="7702"/>
                  </a:moveTo>
                  <a:cubicBezTo>
                    <a:pt x="3721" y="7441"/>
                    <a:pt x="3392" y="7268"/>
                    <a:pt x="3015" y="7241"/>
                  </a:cubicBezTo>
                  <a:cubicBezTo>
                    <a:pt x="2641" y="7217"/>
                    <a:pt x="2292" y="7348"/>
                    <a:pt x="2033" y="7576"/>
                  </a:cubicBezTo>
                  <a:cubicBezTo>
                    <a:pt x="1769" y="7805"/>
                    <a:pt x="1597" y="8134"/>
                    <a:pt x="1572" y="8510"/>
                  </a:cubicBezTo>
                  <a:cubicBezTo>
                    <a:pt x="1545" y="8884"/>
                    <a:pt x="1677" y="9234"/>
                    <a:pt x="1905" y="9493"/>
                  </a:cubicBezTo>
                  <a:cubicBezTo>
                    <a:pt x="2135" y="9756"/>
                    <a:pt x="2464" y="9929"/>
                    <a:pt x="2839" y="9954"/>
                  </a:cubicBezTo>
                  <a:cubicBezTo>
                    <a:pt x="3215" y="9980"/>
                    <a:pt x="3565" y="9849"/>
                    <a:pt x="3824" y="9621"/>
                  </a:cubicBezTo>
                  <a:cubicBezTo>
                    <a:pt x="4085" y="9390"/>
                    <a:pt x="4258" y="9061"/>
                    <a:pt x="4284" y="8687"/>
                  </a:cubicBezTo>
                  <a:cubicBezTo>
                    <a:pt x="4307" y="8313"/>
                    <a:pt x="4177" y="7965"/>
                    <a:pt x="3949" y="7702"/>
                  </a:cubicBezTo>
                  <a:close/>
                  <a:moveTo>
                    <a:pt x="1027" y="4124"/>
                  </a:moveTo>
                  <a:cubicBezTo>
                    <a:pt x="1288" y="4142"/>
                    <a:pt x="1518" y="4262"/>
                    <a:pt x="1679" y="4445"/>
                  </a:cubicBezTo>
                  <a:cubicBezTo>
                    <a:pt x="1841" y="4628"/>
                    <a:pt x="1932" y="4872"/>
                    <a:pt x="1913" y="5134"/>
                  </a:cubicBezTo>
                  <a:cubicBezTo>
                    <a:pt x="1895" y="5397"/>
                    <a:pt x="1776" y="5625"/>
                    <a:pt x="1592" y="5787"/>
                  </a:cubicBezTo>
                  <a:cubicBezTo>
                    <a:pt x="1409" y="5946"/>
                    <a:pt x="1165" y="6038"/>
                    <a:pt x="904" y="6022"/>
                  </a:cubicBezTo>
                  <a:cubicBezTo>
                    <a:pt x="640" y="6003"/>
                    <a:pt x="412" y="5882"/>
                    <a:pt x="254" y="5699"/>
                  </a:cubicBezTo>
                  <a:cubicBezTo>
                    <a:pt x="91" y="5516"/>
                    <a:pt x="1" y="5273"/>
                    <a:pt x="19" y="5010"/>
                  </a:cubicBezTo>
                  <a:cubicBezTo>
                    <a:pt x="36" y="4749"/>
                    <a:pt x="157" y="4519"/>
                    <a:pt x="340" y="4360"/>
                  </a:cubicBezTo>
                  <a:cubicBezTo>
                    <a:pt x="523" y="4196"/>
                    <a:pt x="768" y="4105"/>
                    <a:pt x="1027" y="4124"/>
                  </a:cubicBezTo>
                  <a:close/>
                  <a:moveTo>
                    <a:pt x="1471" y="4628"/>
                  </a:moveTo>
                  <a:cubicBezTo>
                    <a:pt x="1358" y="4496"/>
                    <a:pt x="1196" y="4412"/>
                    <a:pt x="1008" y="4399"/>
                  </a:cubicBezTo>
                  <a:cubicBezTo>
                    <a:pt x="823" y="4387"/>
                    <a:pt x="651" y="4451"/>
                    <a:pt x="521" y="4566"/>
                  </a:cubicBezTo>
                  <a:cubicBezTo>
                    <a:pt x="390" y="4679"/>
                    <a:pt x="305" y="4842"/>
                    <a:pt x="291" y="5029"/>
                  </a:cubicBezTo>
                  <a:cubicBezTo>
                    <a:pt x="278" y="5214"/>
                    <a:pt x="342" y="5389"/>
                    <a:pt x="455" y="5518"/>
                  </a:cubicBezTo>
                  <a:cubicBezTo>
                    <a:pt x="568" y="5646"/>
                    <a:pt x="733" y="5734"/>
                    <a:pt x="918" y="5746"/>
                  </a:cubicBezTo>
                  <a:cubicBezTo>
                    <a:pt x="1103" y="5759"/>
                    <a:pt x="1278" y="5695"/>
                    <a:pt x="1407" y="5582"/>
                  </a:cubicBezTo>
                  <a:cubicBezTo>
                    <a:pt x="1535" y="5469"/>
                    <a:pt x="1623" y="5304"/>
                    <a:pt x="1636" y="5119"/>
                  </a:cubicBezTo>
                  <a:cubicBezTo>
                    <a:pt x="1648" y="4928"/>
                    <a:pt x="1584" y="4757"/>
                    <a:pt x="1471" y="4628"/>
                  </a:cubicBezTo>
                  <a:close/>
                  <a:moveTo>
                    <a:pt x="8578" y="305"/>
                  </a:moveTo>
                  <a:cubicBezTo>
                    <a:pt x="8245" y="285"/>
                    <a:pt x="7930" y="400"/>
                    <a:pt x="7700" y="603"/>
                  </a:cubicBezTo>
                  <a:cubicBezTo>
                    <a:pt x="7465" y="809"/>
                    <a:pt x="7311" y="1101"/>
                    <a:pt x="7289" y="1436"/>
                  </a:cubicBezTo>
                  <a:cubicBezTo>
                    <a:pt x="7268" y="1769"/>
                    <a:pt x="7383" y="2080"/>
                    <a:pt x="7587" y="2314"/>
                  </a:cubicBezTo>
                  <a:cubicBezTo>
                    <a:pt x="7790" y="2549"/>
                    <a:pt x="8084" y="2703"/>
                    <a:pt x="8420" y="2726"/>
                  </a:cubicBezTo>
                  <a:cubicBezTo>
                    <a:pt x="8753" y="2746"/>
                    <a:pt x="9065" y="2631"/>
                    <a:pt x="9298" y="2427"/>
                  </a:cubicBezTo>
                  <a:cubicBezTo>
                    <a:pt x="9532" y="2224"/>
                    <a:pt x="9686" y="1930"/>
                    <a:pt x="9709" y="1595"/>
                  </a:cubicBezTo>
                  <a:cubicBezTo>
                    <a:pt x="9756" y="926"/>
                    <a:pt x="9250" y="348"/>
                    <a:pt x="8578" y="305"/>
                  </a:cubicBezTo>
                  <a:close/>
                </a:path>
              </a:pathLst>
            </a:custGeom>
            <a:solidFill>
              <a:srgbClr val="FF9BD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Google Shape;288;p20"/>
            <p:cNvSpPr/>
            <p:nvPr/>
          </p:nvSpPr>
          <p:spPr>
            <a:xfrm rot="-9675424">
              <a:off x="7501831" y="548847"/>
              <a:ext cx="847906" cy="768734"/>
            </a:xfrm>
            <a:custGeom>
              <a:avLst/>
              <a:gdLst/>
              <a:ahLst/>
              <a:cxnLst/>
              <a:rect l="l" t="t" r="r" b="b"/>
              <a:pathLst>
                <a:path w="16857" h="15283" extrusionOk="0">
                  <a:moveTo>
                    <a:pt x="14493" y="0"/>
                  </a:moveTo>
                  <a:cubicBezTo>
                    <a:pt x="15653" y="1289"/>
                    <a:pt x="16445" y="2904"/>
                    <a:pt x="16725" y="4676"/>
                  </a:cubicBezTo>
                  <a:cubicBezTo>
                    <a:pt x="16272" y="4697"/>
                    <a:pt x="15859" y="4874"/>
                    <a:pt x="15534" y="5159"/>
                  </a:cubicBezTo>
                  <a:cubicBezTo>
                    <a:pt x="15160" y="5488"/>
                    <a:pt x="14911" y="5961"/>
                    <a:pt x="14874" y="6498"/>
                  </a:cubicBezTo>
                  <a:cubicBezTo>
                    <a:pt x="14839" y="7035"/>
                    <a:pt x="15026" y="7537"/>
                    <a:pt x="15355" y="7911"/>
                  </a:cubicBezTo>
                  <a:cubicBezTo>
                    <a:pt x="15645" y="8244"/>
                    <a:pt x="16048" y="8476"/>
                    <a:pt x="16509" y="8552"/>
                  </a:cubicBezTo>
                  <a:cubicBezTo>
                    <a:pt x="15478" y="12311"/>
                    <a:pt x="12131" y="15053"/>
                    <a:pt x="8187" y="15266"/>
                  </a:cubicBezTo>
                  <a:cubicBezTo>
                    <a:pt x="8195" y="15201"/>
                    <a:pt x="8201" y="15139"/>
                    <a:pt x="8207" y="15075"/>
                  </a:cubicBezTo>
                  <a:cubicBezTo>
                    <a:pt x="8244" y="14479"/>
                    <a:pt x="8039" y="13926"/>
                    <a:pt x="7677" y="13510"/>
                  </a:cubicBezTo>
                  <a:cubicBezTo>
                    <a:pt x="7313" y="13093"/>
                    <a:pt x="6790" y="12819"/>
                    <a:pt x="6196" y="12780"/>
                  </a:cubicBezTo>
                  <a:cubicBezTo>
                    <a:pt x="5602" y="12741"/>
                    <a:pt x="5047" y="12947"/>
                    <a:pt x="4631" y="13309"/>
                  </a:cubicBezTo>
                  <a:cubicBezTo>
                    <a:pt x="4288" y="13611"/>
                    <a:pt x="4043" y="14016"/>
                    <a:pt x="3942" y="14485"/>
                  </a:cubicBezTo>
                  <a:cubicBezTo>
                    <a:pt x="2320" y="13759"/>
                    <a:pt x="954" y="12583"/>
                    <a:pt x="0" y="11117"/>
                  </a:cubicBezTo>
                  <a:cubicBezTo>
                    <a:pt x="3899" y="11551"/>
                    <a:pt x="5402" y="10839"/>
                    <a:pt x="6829" y="7921"/>
                  </a:cubicBezTo>
                  <a:cubicBezTo>
                    <a:pt x="8343" y="4826"/>
                    <a:pt x="11113" y="8604"/>
                    <a:pt x="12322" y="3691"/>
                  </a:cubicBezTo>
                  <a:cubicBezTo>
                    <a:pt x="12892" y="1372"/>
                    <a:pt x="13749" y="391"/>
                    <a:pt x="14493" y="0"/>
                  </a:cubicBezTo>
                  <a:close/>
                  <a:moveTo>
                    <a:pt x="16764" y="4954"/>
                  </a:moveTo>
                  <a:cubicBezTo>
                    <a:pt x="16365" y="4966"/>
                    <a:pt x="16001" y="5120"/>
                    <a:pt x="15717" y="5367"/>
                  </a:cubicBezTo>
                  <a:cubicBezTo>
                    <a:pt x="15396" y="5649"/>
                    <a:pt x="15180" y="6056"/>
                    <a:pt x="15151" y="6513"/>
                  </a:cubicBezTo>
                  <a:cubicBezTo>
                    <a:pt x="15123" y="6973"/>
                    <a:pt x="15283" y="7403"/>
                    <a:pt x="15563" y="7724"/>
                  </a:cubicBezTo>
                  <a:cubicBezTo>
                    <a:pt x="15818" y="8014"/>
                    <a:pt x="16171" y="8217"/>
                    <a:pt x="16579" y="8277"/>
                  </a:cubicBezTo>
                  <a:cubicBezTo>
                    <a:pt x="16700" y="7771"/>
                    <a:pt x="16782" y="7251"/>
                    <a:pt x="16815" y="6714"/>
                  </a:cubicBezTo>
                  <a:cubicBezTo>
                    <a:pt x="16856" y="6118"/>
                    <a:pt x="16838" y="5528"/>
                    <a:pt x="16764" y="4954"/>
                  </a:cubicBezTo>
                  <a:close/>
                  <a:moveTo>
                    <a:pt x="7905" y="15277"/>
                  </a:moveTo>
                  <a:cubicBezTo>
                    <a:pt x="7919" y="15205"/>
                    <a:pt x="7930" y="15133"/>
                    <a:pt x="7932" y="15055"/>
                  </a:cubicBezTo>
                  <a:cubicBezTo>
                    <a:pt x="7965" y="14536"/>
                    <a:pt x="7786" y="14053"/>
                    <a:pt x="7469" y="13693"/>
                  </a:cubicBezTo>
                  <a:cubicBezTo>
                    <a:pt x="7150" y="13329"/>
                    <a:pt x="6696" y="13091"/>
                    <a:pt x="6178" y="13056"/>
                  </a:cubicBezTo>
                  <a:cubicBezTo>
                    <a:pt x="5659" y="13021"/>
                    <a:pt x="5176" y="13200"/>
                    <a:pt x="4816" y="13518"/>
                  </a:cubicBezTo>
                  <a:cubicBezTo>
                    <a:pt x="4506" y="13790"/>
                    <a:pt x="4284" y="14164"/>
                    <a:pt x="4208" y="14594"/>
                  </a:cubicBezTo>
                  <a:cubicBezTo>
                    <a:pt x="5098" y="14960"/>
                    <a:pt x="6064" y="15190"/>
                    <a:pt x="7082" y="15258"/>
                  </a:cubicBezTo>
                  <a:cubicBezTo>
                    <a:pt x="7358" y="15279"/>
                    <a:pt x="7633" y="15283"/>
                    <a:pt x="7905" y="15277"/>
                  </a:cubicBezTo>
                  <a:close/>
                </a:path>
              </a:pathLst>
            </a:custGeom>
            <a:solidFill>
              <a:srgbClr val="FF9BD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89" name="Google Shape;289;p20"/>
          <p:cNvSpPr/>
          <p:nvPr/>
        </p:nvSpPr>
        <p:spPr>
          <a:xfrm flipH="1">
            <a:off x="178957" y="3738137"/>
            <a:ext cx="452388" cy="452476"/>
          </a:xfrm>
          <a:custGeom>
            <a:avLst/>
            <a:gdLst/>
            <a:ahLst/>
            <a:cxnLst/>
            <a:rect l="l" t="t" r="r" b="b"/>
            <a:pathLst>
              <a:path w="6293" h="6294" extrusionOk="0">
                <a:moveTo>
                  <a:pt x="6293" y="3147"/>
                </a:moveTo>
                <a:cubicBezTo>
                  <a:pt x="6293" y="4885"/>
                  <a:pt x="4882" y="6293"/>
                  <a:pt x="3146" y="6293"/>
                </a:cubicBezTo>
                <a:cubicBezTo>
                  <a:pt x="1409" y="6293"/>
                  <a:pt x="0" y="4885"/>
                  <a:pt x="0" y="3147"/>
                </a:cubicBezTo>
                <a:cubicBezTo>
                  <a:pt x="0" y="1409"/>
                  <a:pt x="1409" y="1"/>
                  <a:pt x="3146" y="1"/>
                </a:cubicBezTo>
                <a:cubicBezTo>
                  <a:pt x="4882" y="1"/>
                  <a:pt x="6293" y="1409"/>
                  <a:pt x="6293" y="3147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0" name="Google Shape;290;p20"/>
          <p:cNvSpPr/>
          <p:nvPr/>
        </p:nvSpPr>
        <p:spPr>
          <a:xfrm flipH="1">
            <a:off x="1373534" y="4603488"/>
            <a:ext cx="244483" cy="244522"/>
          </a:xfrm>
          <a:custGeom>
            <a:avLst/>
            <a:gdLst/>
            <a:ahLst/>
            <a:cxnLst/>
            <a:rect l="l" t="t" r="r" b="b"/>
            <a:pathLst>
              <a:path w="6293" h="6294" extrusionOk="0">
                <a:moveTo>
                  <a:pt x="6293" y="3147"/>
                </a:moveTo>
                <a:cubicBezTo>
                  <a:pt x="6293" y="4885"/>
                  <a:pt x="4882" y="6293"/>
                  <a:pt x="3146" y="6293"/>
                </a:cubicBezTo>
                <a:cubicBezTo>
                  <a:pt x="1409" y="6293"/>
                  <a:pt x="0" y="4885"/>
                  <a:pt x="0" y="3147"/>
                </a:cubicBezTo>
                <a:cubicBezTo>
                  <a:pt x="0" y="1409"/>
                  <a:pt x="1409" y="1"/>
                  <a:pt x="3146" y="1"/>
                </a:cubicBezTo>
                <a:cubicBezTo>
                  <a:pt x="4882" y="1"/>
                  <a:pt x="6293" y="1409"/>
                  <a:pt x="6293" y="314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1" name="Google Shape;291;p20"/>
          <p:cNvSpPr/>
          <p:nvPr/>
        </p:nvSpPr>
        <p:spPr>
          <a:xfrm>
            <a:off x="7078023" y="4136625"/>
            <a:ext cx="940826" cy="716932"/>
          </a:xfrm>
          <a:custGeom>
            <a:avLst/>
            <a:gdLst/>
            <a:ahLst/>
            <a:cxnLst/>
            <a:rect l="l" t="t" r="r" b="b"/>
            <a:pathLst>
              <a:path w="19298" h="16869" extrusionOk="0">
                <a:moveTo>
                  <a:pt x="19298" y="1611"/>
                </a:moveTo>
                <a:lnTo>
                  <a:pt x="19298" y="16869"/>
                </a:lnTo>
                <a:lnTo>
                  <a:pt x="1" y="16869"/>
                </a:lnTo>
                <a:lnTo>
                  <a:pt x="1" y="1611"/>
                </a:lnTo>
                <a:cubicBezTo>
                  <a:pt x="1" y="1381"/>
                  <a:pt x="192" y="1189"/>
                  <a:pt x="422" y="1189"/>
                </a:cubicBezTo>
                <a:lnTo>
                  <a:pt x="10054" y="1189"/>
                </a:lnTo>
                <a:lnTo>
                  <a:pt x="10223" y="178"/>
                </a:lnTo>
                <a:cubicBezTo>
                  <a:pt x="10241" y="75"/>
                  <a:pt x="10330" y="1"/>
                  <a:pt x="10433" y="1"/>
                </a:cubicBezTo>
                <a:lnTo>
                  <a:pt x="16655" y="1"/>
                </a:lnTo>
                <a:cubicBezTo>
                  <a:pt x="16758" y="1"/>
                  <a:pt x="16844" y="77"/>
                  <a:pt x="16863" y="178"/>
                </a:cubicBezTo>
                <a:lnTo>
                  <a:pt x="17034" y="1189"/>
                </a:lnTo>
                <a:lnTo>
                  <a:pt x="18876" y="1189"/>
                </a:lnTo>
                <a:cubicBezTo>
                  <a:pt x="19110" y="1189"/>
                  <a:pt x="19298" y="1381"/>
                  <a:pt x="19298" y="1611"/>
                </a:cubicBezTo>
                <a:close/>
              </a:path>
            </a:pathLst>
          </a:custGeom>
          <a:solidFill>
            <a:srgbClr val="F8EF5B"/>
          </a:solidFill>
          <a:ln>
            <a:noFill/>
          </a:ln>
          <a:effectLst>
            <a:outerShdw dist="104775" dir="1860000" algn="bl" rotWithShape="0">
              <a:schemeClr val="lt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MAIN_POINT_1_1_1">
    <p:bg>
      <p:bgPr>
        <a:solidFill>
          <a:schemeClr val="accent2"/>
        </a:solidFill>
        <a:effectLst/>
      </p:bgPr>
    </p:bg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22"/>
          <p:cNvSpPr/>
          <p:nvPr/>
        </p:nvSpPr>
        <p:spPr>
          <a:xfrm>
            <a:off x="520575" y="819150"/>
            <a:ext cx="8079900" cy="3898800"/>
          </a:xfrm>
          <a:prstGeom prst="roundRect">
            <a:avLst>
              <a:gd name="adj" fmla="val 3542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10" name="Google Shape;310;p22"/>
          <p:cNvGrpSpPr/>
          <p:nvPr/>
        </p:nvGrpSpPr>
        <p:grpSpPr>
          <a:xfrm>
            <a:off x="520563" y="326550"/>
            <a:ext cx="8079900" cy="426900"/>
            <a:chOff x="552450" y="401675"/>
            <a:chExt cx="8079900" cy="426900"/>
          </a:xfrm>
        </p:grpSpPr>
        <p:sp>
          <p:nvSpPr>
            <p:cNvPr id="311" name="Google Shape;311;p22"/>
            <p:cNvSpPr/>
            <p:nvPr/>
          </p:nvSpPr>
          <p:spPr>
            <a:xfrm>
              <a:off x="552450" y="401675"/>
              <a:ext cx="8079900" cy="426900"/>
            </a:xfrm>
            <a:prstGeom prst="roundRect">
              <a:avLst>
                <a:gd name="adj" fmla="val 22312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Google Shape;312;p22"/>
            <p:cNvSpPr/>
            <p:nvPr/>
          </p:nvSpPr>
          <p:spPr>
            <a:xfrm>
              <a:off x="720000" y="518729"/>
              <a:ext cx="195095" cy="195109"/>
            </a:xfrm>
            <a:custGeom>
              <a:avLst/>
              <a:gdLst/>
              <a:ahLst/>
              <a:cxnLst/>
              <a:rect l="l" t="t" r="r" b="b"/>
              <a:pathLst>
                <a:path w="2829" h="2829" extrusionOk="0">
                  <a:moveTo>
                    <a:pt x="2828" y="1413"/>
                  </a:moveTo>
                  <a:cubicBezTo>
                    <a:pt x="2828" y="2195"/>
                    <a:pt x="2197" y="2828"/>
                    <a:pt x="1416" y="2828"/>
                  </a:cubicBezTo>
                  <a:cubicBezTo>
                    <a:pt x="634" y="2828"/>
                    <a:pt x="1" y="2195"/>
                    <a:pt x="1" y="1413"/>
                  </a:cubicBezTo>
                  <a:cubicBezTo>
                    <a:pt x="1" y="632"/>
                    <a:pt x="634" y="1"/>
                    <a:pt x="1416" y="1"/>
                  </a:cubicBezTo>
                  <a:cubicBezTo>
                    <a:pt x="2197" y="1"/>
                    <a:pt x="2828" y="632"/>
                    <a:pt x="2828" y="1413"/>
                  </a:cubicBezTo>
                  <a:close/>
                </a:path>
              </a:pathLst>
            </a:custGeom>
            <a:solidFill>
              <a:srgbClr val="EB535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313;p22"/>
            <p:cNvSpPr/>
            <p:nvPr/>
          </p:nvSpPr>
          <p:spPr>
            <a:xfrm>
              <a:off x="1080398" y="518729"/>
              <a:ext cx="195026" cy="195109"/>
            </a:xfrm>
            <a:custGeom>
              <a:avLst/>
              <a:gdLst/>
              <a:ahLst/>
              <a:cxnLst/>
              <a:rect l="l" t="t" r="r" b="b"/>
              <a:pathLst>
                <a:path w="2828" h="2829" extrusionOk="0">
                  <a:moveTo>
                    <a:pt x="2828" y="1413"/>
                  </a:moveTo>
                  <a:cubicBezTo>
                    <a:pt x="2828" y="2195"/>
                    <a:pt x="2194" y="2828"/>
                    <a:pt x="1413" y="2828"/>
                  </a:cubicBezTo>
                  <a:cubicBezTo>
                    <a:pt x="631" y="2828"/>
                    <a:pt x="0" y="2195"/>
                    <a:pt x="0" y="1413"/>
                  </a:cubicBezTo>
                  <a:cubicBezTo>
                    <a:pt x="0" y="632"/>
                    <a:pt x="631" y="1"/>
                    <a:pt x="1413" y="1"/>
                  </a:cubicBezTo>
                  <a:cubicBezTo>
                    <a:pt x="2194" y="1"/>
                    <a:pt x="2828" y="632"/>
                    <a:pt x="2828" y="1413"/>
                  </a:cubicBezTo>
                  <a:close/>
                </a:path>
              </a:pathLst>
            </a:custGeom>
            <a:solidFill>
              <a:srgbClr val="F8EF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314;p22"/>
            <p:cNvSpPr/>
            <p:nvPr/>
          </p:nvSpPr>
          <p:spPr>
            <a:xfrm>
              <a:off x="1440175" y="518729"/>
              <a:ext cx="195026" cy="195109"/>
            </a:xfrm>
            <a:custGeom>
              <a:avLst/>
              <a:gdLst/>
              <a:ahLst/>
              <a:cxnLst/>
              <a:rect l="l" t="t" r="r" b="b"/>
              <a:pathLst>
                <a:path w="2828" h="2829" extrusionOk="0">
                  <a:moveTo>
                    <a:pt x="2827" y="1413"/>
                  </a:moveTo>
                  <a:cubicBezTo>
                    <a:pt x="2827" y="2195"/>
                    <a:pt x="2194" y="2828"/>
                    <a:pt x="1415" y="2828"/>
                  </a:cubicBezTo>
                  <a:cubicBezTo>
                    <a:pt x="633" y="2828"/>
                    <a:pt x="0" y="2195"/>
                    <a:pt x="0" y="1413"/>
                  </a:cubicBezTo>
                  <a:cubicBezTo>
                    <a:pt x="0" y="632"/>
                    <a:pt x="633" y="1"/>
                    <a:pt x="1415" y="1"/>
                  </a:cubicBezTo>
                  <a:cubicBezTo>
                    <a:pt x="2194" y="1"/>
                    <a:pt x="2827" y="632"/>
                    <a:pt x="2827" y="141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15" name="Google Shape;315;p22"/>
          <p:cNvSpPr txBox="1">
            <a:spLocks noGrp="1"/>
          </p:cNvSpPr>
          <p:nvPr>
            <p:ph type="title"/>
          </p:nvPr>
        </p:nvSpPr>
        <p:spPr>
          <a:xfrm>
            <a:off x="720000" y="969225"/>
            <a:ext cx="7704000" cy="56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16" name="Google Shape;316;p22"/>
          <p:cNvSpPr txBox="1">
            <a:spLocks noGrp="1"/>
          </p:cNvSpPr>
          <p:nvPr>
            <p:ph type="body" idx="1"/>
          </p:nvPr>
        </p:nvSpPr>
        <p:spPr>
          <a:xfrm>
            <a:off x="720000" y="1533525"/>
            <a:ext cx="7704000" cy="232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rgbClr val="434343"/>
                </a:solidFill>
              </a:defRPr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2pPr>
            <a:lvl3pPr marL="1371600" lvl="2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3pPr>
            <a:lvl4pPr marL="1828800" lvl="3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>
                <a:solidFill>
                  <a:srgbClr val="434343"/>
                </a:solidFill>
              </a:defRPr>
            </a:lvl4pPr>
            <a:lvl5pPr marL="2286000" lvl="4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5pPr>
            <a:lvl6pPr marL="2743200" lvl="5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6pPr>
            <a:lvl7pPr marL="3200400" lvl="6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>
                <a:solidFill>
                  <a:srgbClr val="434343"/>
                </a:solidFill>
              </a:defRPr>
            </a:lvl7pPr>
            <a:lvl8pPr marL="3657600" lvl="7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8pPr>
            <a:lvl9pPr marL="4114800" lvl="8" indent="-3175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317" name="Google Shape;317;p22"/>
          <p:cNvSpPr/>
          <p:nvPr/>
        </p:nvSpPr>
        <p:spPr>
          <a:xfrm>
            <a:off x="5939543" y="4136625"/>
            <a:ext cx="940826" cy="716932"/>
          </a:xfrm>
          <a:custGeom>
            <a:avLst/>
            <a:gdLst/>
            <a:ahLst/>
            <a:cxnLst/>
            <a:rect l="l" t="t" r="r" b="b"/>
            <a:pathLst>
              <a:path w="19298" h="16869" extrusionOk="0">
                <a:moveTo>
                  <a:pt x="19298" y="1611"/>
                </a:moveTo>
                <a:lnTo>
                  <a:pt x="19298" y="16869"/>
                </a:lnTo>
                <a:lnTo>
                  <a:pt x="1" y="16869"/>
                </a:lnTo>
                <a:lnTo>
                  <a:pt x="1" y="1611"/>
                </a:lnTo>
                <a:cubicBezTo>
                  <a:pt x="1" y="1381"/>
                  <a:pt x="192" y="1189"/>
                  <a:pt x="422" y="1189"/>
                </a:cubicBezTo>
                <a:lnTo>
                  <a:pt x="10054" y="1189"/>
                </a:lnTo>
                <a:lnTo>
                  <a:pt x="10223" y="178"/>
                </a:lnTo>
                <a:cubicBezTo>
                  <a:pt x="10241" y="75"/>
                  <a:pt x="10330" y="1"/>
                  <a:pt x="10433" y="1"/>
                </a:cubicBezTo>
                <a:lnTo>
                  <a:pt x="16655" y="1"/>
                </a:lnTo>
                <a:cubicBezTo>
                  <a:pt x="16758" y="1"/>
                  <a:pt x="16844" y="77"/>
                  <a:pt x="16863" y="178"/>
                </a:cubicBezTo>
                <a:lnTo>
                  <a:pt x="17034" y="1189"/>
                </a:lnTo>
                <a:lnTo>
                  <a:pt x="18876" y="1189"/>
                </a:lnTo>
                <a:cubicBezTo>
                  <a:pt x="19110" y="1189"/>
                  <a:pt x="19298" y="1381"/>
                  <a:pt x="19298" y="1611"/>
                </a:cubicBezTo>
                <a:close/>
              </a:path>
            </a:pathLst>
          </a:custGeom>
          <a:solidFill>
            <a:srgbClr val="F8EF5B"/>
          </a:solidFill>
          <a:ln>
            <a:noFill/>
          </a:ln>
          <a:effectLst>
            <a:outerShdw dist="104775" dir="1860000" algn="bl" rotWithShape="0">
              <a:schemeClr val="lt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8" name="Google Shape;318;p22"/>
          <p:cNvSpPr/>
          <p:nvPr/>
        </p:nvSpPr>
        <p:spPr>
          <a:xfrm>
            <a:off x="4801063" y="4136625"/>
            <a:ext cx="940826" cy="716932"/>
          </a:xfrm>
          <a:custGeom>
            <a:avLst/>
            <a:gdLst/>
            <a:ahLst/>
            <a:cxnLst/>
            <a:rect l="l" t="t" r="r" b="b"/>
            <a:pathLst>
              <a:path w="19298" h="16869" extrusionOk="0">
                <a:moveTo>
                  <a:pt x="19298" y="1611"/>
                </a:moveTo>
                <a:lnTo>
                  <a:pt x="19298" y="16869"/>
                </a:lnTo>
                <a:lnTo>
                  <a:pt x="1" y="16869"/>
                </a:lnTo>
                <a:lnTo>
                  <a:pt x="1" y="1611"/>
                </a:lnTo>
                <a:cubicBezTo>
                  <a:pt x="1" y="1381"/>
                  <a:pt x="192" y="1189"/>
                  <a:pt x="422" y="1189"/>
                </a:cubicBezTo>
                <a:lnTo>
                  <a:pt x="10054" y="1189"/>
                </a:lnTo>
                <a:lnTo>
                  <a:pt x="10223" y="178"/>
                </a:lnTo>
                <a:cubicBezTo>
                  <a:pt x="10241" y="75"/>
                  <a:pt x="10330" y="1"/>
                  <a:pt x="10433" y="1"/>
                </a:cubicBezTo>
                <a:lnTo>
                  <a:pt x="16655" y="1"/>
                </a:lnTo>
                <a:cubicBezTo>
                  <a:pt x="16758" y="1"/>
                  <a:pt x="16844" y="77"/>
                  <a:pt x="16863" y="178"/>
                </a:cubicBezTo>
                <a:lnTo>
                  <a:pt x="17034" y="1189"/>
                </a:lnTo>
                <a:lnTo>
                  <a:pt x="18876" y="1189"/>
                </a:lnTo>
                <a:cubicBezTo>
                  <a:pt x="19110" y="1189"/>
                  <a:pt x="19298" y="1381"/>
                  <a:pt x="19298" y="1611"/>
                </a:cubicBezTo>
                <a:close/>
              </a:path>
            </a:pathLst>
          </a:custGeom>
          <a:solidFill>
            <a:srgbClr val="F8EF5B"/>
          </a:solidFill>
          <a:ln>
            <a:noFill/>
          </a:ln>
          <a:effectLst>
            <a:outerShdw dist="104775" dir="1860000" algn="bl" rotWithShape="0">
              <a:schemeClr val="lt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9" name="Google Shape;319;p22"/>
          <p:cNvSpPr/>
          <p:nvPr/>
        </p:nvSpPr>
        <p:spPr>
          <a:xfrm>
            <a:off x="7078023" y="4136625"/>
            <a:ext cx="940826" cy="716932"/>
          </a:xfrm>
          <a:custGeom>
            <a:avLst/>
            <a:gdLst/>
            <a:ahLst/>
            <a:cxnLst/>
            <a:rect l="l" t="t" r="r" b="b"/>
            <a:pathLst>
              <a:path w="19298" h="16869" extrusionOk="0">
                <a:moveTo>
                  <a:pt x="19298" y="1611"/>
                </a:moveTo>
                <a:lnTo>
                  <a:pt x="19298" y="16869"/>
                </a:lnTo>
                <a:lnTo>
                  <a:pt x="1" y="16869"/>
                </a:lnTo>
                <a:lnTo>
                  <a:pt x="1" y="1611"/>
                </a:lnTo>
                <a:cubicBezTo>
                  <a:pt x="1" y="1381"/>
                  <a:pt x="192" y="1189"/>
                  <a:pt x="422" y="1189"/>
                </a:cubicBezTo>
                <a:lnTo>
                  <a:pt x="10054" y="1189"/>
                </a:lnTo>
                <a:lnTo>
                  <a:pt x="10223" y="178"/>
                </a:lnTo>
                <a:cubicBezTo>
                  <a:pt x="10241" y="75"/>
                  <a:pt x="10330" y="1"/>
                  <a:pt x="10433" y="1"/>
                </a:cubicBezTo>
                <a:lnTo>
                  <a:pt x="16655" y="1"/>
                </a:lnTo>
                <a:cubicBezTo>
                  <a:pt x="16758" y="1"/>
                  <a:pt x="16844" y="77"/>
                  <a:pt x="16863" y="178"/>
                </a:cubicBezTo>
                <a:lnTo>
                  <a:pt x="17034" y="1189"/>
                </a:lnTo>
                <a:lnTo>
                  <a:pt x="18876" y="1189"/>
                </a:lnTo>
                <a:cubicBezTo>
                  <a:pt x="19110" y="1189"/>
                  <a:pt x="19298" y="1381"/>
                  <a:pt x="19298" y="1611"/>
                </a:cubicBezTo>
                <a:close/>
              </a:path>
            </a:pathLst>
          </a:custGeom>
          <a:solidFill>
            <a:srgbClr val="F8EF5B"/>
          </a:solidFill>
          <a:ln>
            <a:noFill/>
          </a:ln>
          <a:effectLst>
            <a:outerShdw dist="104775" dir="1860000" algn="bl" rotWithShape="0">
              <a:schemeClr val="lt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BLANK_1_1_1_1_1_1_2">
    <p:bg>
      <p:bgPr>
        <a:solidFill>
          <a:schemeClr val="accent2"/>
        </a:solidFill>
        <a:effectLst/>
      </p:bgPr>
    </p:bg>
    <p:spTree>
      <p:nvGrpSpPr>
        <p:cNvPr id="1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28"/>
          <p:cNvSpPr/>
          <p:nvPr/>
        </p:nvSpPr>
        <p:spPr>
          <a:xfrm>
            <a:off x="520575" y="819150"/>
            <a:ext cx="8079900" cy="3898800"/>
          </a:xfrm>
          <a:prstGeom prst="roundRect">
            <a:avLst>
              <a:gd name="adj" fmla="val 3542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37" name="Google Shape;437;p28"/>
          <p:cNvGrpSpPr/>
          <p:nvPr/>
        </p:nvGrpSpPr>
        <p:grpSpPr>
          <a:xfrm>
            <a:off x="520563" y="326550"/>
            <a:ext cx="8079900" cy="426900"/>
            <a:chOff x="552450" y="401675"/>
            <a:chExt cx="8079900" cy="426900"/>
          </a:xfrm>
        </p:grpSpPr>
        <p:sp>
          <p:nvSpPr>
            <p:cNvPr id="438" name="Google Shape;438;p28"/>
            <p:cNvSpPr/>
            <p:nvPr/>
          </p:nvSpPr>
          <p:spPr>
            <a:xfrm>
              <a:off x="552450" y="401675"/>
              <a:ext cx="8079900" cy="426900"/>
            </a:xfrm>
            <a:prstGeom prst="roundRect">
              <a:avLst>
                <a:gd name="adj" fmla="val 22312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Google Shape;439;p28"/>
            <p:cNvSpPr/>
            <p:nvPr/>
          </p:nvSpPr>
          <p:spPr>
            <a:xfrm>
              <a:off x="720000" y="518729"/>
              <a:ext cx="195095" cy="195109"/>
            </a:xfrm>
            <a:custGeom>
              <a:avLst/>
              <a:gdLst/>
              <a:ahLst/>
              <a:cxnLst/>
              <a:rect l="l" t="t" r="r" b="b"/>
              <a:pathLst>
                <a:path w="2829" h="2829" extrusionOk="0">
                  <a:moveTo>
                    <a:pt x="2828" y="1413"/>
                  </a:moveTo>
                  <a:cubicBezTo>
                    <a:pt x="2828" y="2195"/>
                    <a:pt x="2197" y="2828"/>
                    <a:pt x="1416" y="2828"/>
                  </a:cubicBezTo>
                  <a:cubicBezTo>
                    <a:pt x="634" y="2828"/>
                    <a:pt x="1" y="2195"/>
                    <a:pt x="1" y="1413"/>
                  </a:cubicBezTo>
                  <a:cubicBezTo>
                    <a:pt x="1" y="632"/>
                    <a:pt x="634" y="1"/>
                    <a:pt x="1416" y="1"/>
                  </a:cubicBezTo>
                  <a:cubicBezTo>
                    <a:pt x="2197" y="1"/>
                    <a:pt x="2828" y="632"/>
                    <a:pt x="2828" y="1413"/>
                  </a:cubicBezTo>
                  <a:close/>
                </a:path>
              </a:pathLst>
            </a:custGeom>
            <a:solidFill>
              <a:srgbClr val="EB535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Google Shape;440;p28"/>
            <p:cNvSpPr/>
            <p:nvPr/>
          </p:nvSpPr>
          <p:spPr>
            <a:xfrm>
              <a:off x="1080398" y="518729"/>
              <a:ext cx="195026" cy="195109"/>
            </a:xfrm>
            <a:custGeom>
              <a:avLst/>
              <a:gdLst/>
              <a:ahLst/>
              <a:cxnLst/>
              <a:rect l="l" t="t" r="r" b="b"/>
              <a:pathLst>
                <a:path w="2828" h="2829" extrusionOk="0">
                  <a:moveTo>
                    <a:pt x="2828" y="1413"/>
                  </a:moveTo>
                  <a:cubicBezTo>
                    <a:pt x="2828" y="2195"/>
                    <a:pt x="2194" y="2828"/>
                    <a:pt x="1413" y="2828"/>
                  </a:cubicBezTo>
                  <a:cubicBezTo>
                    <a:pt x="631" y="2828"/>
                    <a:pt x="0" y="2195"/>
                    <a:pt x="0" y="1413"/>
                  </a:cubicBezTo>
                  <a:cubicBezTo>
                    <a:pt x="0" y="632"/>
                    <a:pt x="631" y="1"/>
                    <a:pt x="1413" y="1"/>
                  </a:cubicBezTo>
                  <a:cubicBezTo>
                    <a:pt x="2194" y="1"/>
                    <a:pt x="2828" y="632"/>
                    <a:pt x="2828" y="1413"/>
                  </a:cubicBezTo>
                  <a:close/>
                </a:path>
              </a:pathLst>
            </a:custGeom>
            <a:solidFill>
              <a:srgbClr val="F8EF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Google Shape;441;p28"/>
            <p:cNvSpPr/>
            <p:nvPr/>
          </p:nvSpPr>
          <p:spPr>
            <a:xfrm>
              <a:off x="1440175" y="518729"/>
              <a:ext cx="195026" cy="195109"/>
            </a:xfrm>
            <a:custGeom>
              <a:avLst/>
              <a:gdLst/>
              <a:ahLst/>
              <a:cxnLst/>
              <a:rect l="l" t="t" r="r" b="b"/>
              <a:pathLst>
                <a:path w="2828" h="2829" extrusionOk="0">
                  <a:moveTo>
                    <a:pt x="2827" y="1413"/>
                  </a:moveTo>
                  <a:cubicBezTo>
                    <a:pt x="2827" y="2195"/>
                    <a:pt x="2194" y="2828"/>
                    <a:pt x="1415" y="2828"/>
                  </a:cubicBezTo>
                  <a:cubicBezTo>
                    <a:pt x="633" y="2828"/>
                    <a:pt x="0" y="2195"/>
                    <a:pt x="0" y="1413"/>
                  </a:cubicBezTo>
                  <a:cubicBezTo>
                    <a:pt x="0" y="632"/>
                    <a:pt x="633" y="1"/>
                    <a:pt x="1415" y="1"/>
                  </a:cubicBezTo>
                  <a:cubicBezTo>
                    <a:pt x="2194" y="1"/>
                    <a:pt x="2827" y="632"/>
                    <a:pt x="2827" y="141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42" name="Google Shape;442;p28"/>
          <p:cNvSpPr txBox="1">
            <a:spLocks noGrp="1"/>
          </p:cNvSpPr>
          <p:nvPr>
            <p:ph type="ctrTitle"/>
          </p:nvPr>
        </p:nvSpPr>
        <p:spPr>
          <a:xfrm>
            <a:off x="2571776" y="970275"/>
            <a:ext cx="4000500" cy="11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443" name="Google Shape;443;p28"/>
          <p:cNvSpPr txBox="1">
            <a:spLocks noGrp="1"/>
          </p:cNvSpPr>
          <p:nvPr>
            <p:ph type="subTitle" idx="1"/>
          </p:nvPr>
        </p:nvSpPr>
        <p:spPr>
          <a:xfrm>
            <a:off x="2679325" y="1960151"/>
            <a:ext cx="3785400" cy="112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44" name="Google Shape;444;p28"/>
          <p:cNvSpPr txBox="1">
            <a:spLocks noGrp="1"/>
          </p:cNvSpPr>
          <p:nvPr>
            <p:ph type="subTitle" idx="2"/>
          </p:nvPr>
        </p:nvSpPr>
        <p:spPr>
          <a:xfrm rot="-962">
            <a:off x="2963720" y="4229842"/>
            <a:ext cx="3216600" cy="37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45" name="Google Shape;445;p28"/>
          <p:cNvSpPr/>
          <p:nvPr/>
        </p:nvSpPr>
        <p:spPr>
          <a:xfrm>
            <a:off x="1420170" y="3866250"/>
            <a:ext cx="452388" cy="452476"/>
          </a:xfrm>
          <a:custGeom>
            <a:avLst/>
            <a:gdLst/>
            <a:ahLst/>
            <a:cxnLst/>
            <a:rect l="l" t="t" r="r" b="b"/>
            <a:pathLst>
              <a:path w="6293" h="6294" extrusionOk="0">
                <a:moveTo>
                  <a:pt x="6293" y="3147"/>
                </a:moveTo>
                <a:cubicBezTo>
                  <a:pt x="6293" y="4885"/>
                  <a:pt x="4882" y="6293"/>
                  <a:pt x="3146" y="6293"/>
                </a:cubicBezTo>
                <a:cubicBezTo>
                  <a:pt x="1409" y="6293"/>
                  <a:pt x="0" y="4885"/>
                  <a:pt x="0" y="3147"/>
                </a:cubicBezTo>
                <a:cubicBezTo>
                  <a:pt x="0" y="1409"/>
                  <a:pt x="1409" y="1"/>
                  <a:pt x="3146" y="1"/>
                </a:cubicBezTo>
                <a:cubicBezTo>
                  <a:pt x="4882" y="1"/>
                  <a:pt x="6293" y="1409"/>
                  <a:pt x="6293" y="3147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6" name="Google Shape;446;p28"/>
          <p:cNvSpPr/>
          <p:nvPr/>
        </p:nvSpPr>
        <p:spPr>
          <a:xfrm rot="3225843">
            <a:off x="709236" y="3422281"/>
            <a:ext cx="1874246" cy="1525057"/>
          </a:xfrm>
          <a:custGeom>
            <a:avLst/>
            <a:gdLst/>
            <a:ahLst/>
            <a:cxnLst/>
            <a:rect l="l" t="t" r="r" b="b"/>
            <a:pathLst>
              <a:path w="9849" h="8014" extrusionOk="0">
                <a:moveTo>
                  <a:pt x="2143" y="0"/>
                </a:moveTo>
                <a:cubicBezTo>
                  <a:pt x="2606" y="0"/>
                  <a:pt x="2982" y="375"/>
                  <a:pt x="2982" y="837"/>
                </a:cubicBezTo>
                <a:cubicBezTo>
                  <a:pt x="2982" y="946"/>
                  <a:pt x="2961" y="1045"/>
                  <a:pt x="2924" y="1142"/>
                </a:cubicBezTo>
                <a:lnTo>
                  <a:pt x="8300" y="3856"/>
                </a:lnTo>
                <a:cubicBezTo>
                  <a:pt x="8450" y="3622"/>
                  <a:pt x="8711" y="3463"/>
                  <a:pt x="9009" y="3463"/>
                </a:cubicBezTo>
                <a:cubicBezTo>
                  <a:pt x="9472" y="3463"/>
                  <a:pt x="9848" y="3840"/>
                  <a:pt x="9848" y="4302"/>
                </a:cubicBezTo>
                <a:cubicBezTo>
                  <a:pt x="9848" y="4765"/>
                  <a:pt x="9472" y="5139"/>
                  <a:pt x="9009" y="5139"/>
                </a:cubicBezTo>
                <a:cubicBezTo>
                  <a:pt x="8709" y="5139"/>
                  <a:pt x="8444" y="4981"/>
                  <a:pt x="8298" y="4744"/>
                </a:cubicBezTo>
                <a:lnTo>
                  <a:pt x="2756" y="7483"/>
                </a:lnTo>
                <a:cubicBezTo>
                  <a:pt x="2766" y="7520"/>
                  <a:pt x="2770" y="7555"/>
                  <a:pt x="2770" y="7594"/>
                </a:cubicBezTo>
                <a:cubicBezTo>
                  <a:pt x="2770" y="7827"/>
                  <a:pt x="2583" y="8014"/>
                  <a:pt x="2353" y="8014"/>
                </a:cubicBezTo>
                <a:cubicBezTo>
                  <a:pt x="2120" y="8014"/>
                  <a:pt x="1933" y="7827"/>
                  <a:pt x="1933" y="7594"/>
                </a:cubicBezTo>
                <a:cubicBezTo>
                  <a:pt x="1933" y="7395"/>
                  <a:pt x="2071" y="7231"/>
                  <a:pt x="2260" y="7185"/>
                </a:cubicBezTo>
                <a:lnTo>
                  <a:pt x="2089" y="1670"/>
                </a:lnTo>
                <a:cubicBezTo>
                  <a:pt x="1654" y="1641"/>
                  <a:pt x="1306" y="1277"/>
                  <a:pt x="1306" y="835"/>
                </a:cubicBezTo>
                <a:cubicBezTo>
                  <a:pt x="1306" y="375"/>
                  <a:pt x="1680" y="0"/>
                  <a:pt x="2143" y="0"/>
                </a:cubicBezTo>
                <a:close/>
                <a:moveTo>
                  <a:pt x="416" y="4551"/>
                </a:moveTo>
                <a:cubicBezTo>
                  <a:pt x="646" y="4551"/>
                  <a:pt x="833" y="4736"/>
                  <a:pt x="833" y="4969"/>
                </a:cubicBezTo>
                <a:cubicBezTo>
                  <a:pt x="833" y="5199"/>
                  <a:pt x="648" y="5384"/>
                  <a:pt x="416" y="5384"/>
                </a:cubicBezTo>
                <a:cubicBezTo>
                  <a:pt x="187" y="5384"/>
                  <a:pt x="0" y="5199"/>
                  <a:pt x="0" y="4969"/>
                </a:cubicBezTo>
                <a:cubicBezTo>
                  <a:pt x="2" y="4736"/>
                  <a:pt x="187" y="4551"/>
                  <a:pt x="416" y="4551"/>
                </a:cubicBezTo>
                <a:close/>
                <a:moveTo>
                  <a:pt x="6856" y="952"/>
                </a:moveTo>
                <a:cubicBezTo>
                  <a:pt x="6716" y="952"/>
                  <a:pt x="6603" y="1066"/>
                  <a:pt x="6603" y="1205"/>
                </a:cubicBezTo>
                <a:cubicBezTo>
                  <a:pt x="6603" y="1343"/>
                  <a:pt x="6716" y="1456"/>
                  <a:pt x="6856" y="1456"/>
                </a:cubicBezTo>
                <a:cubicBezTo>
                  <a:pt x="6994" y="1456"/>
                  <a:pt x="7107" y="1343"/>
                  <a:pt x="7107" y="1205"/>
                </a:cubicBezTo>
                <a:cubicBezTo>
                  <a:pt x="7105" y="1066"/>
                  <a:pt x="6994" y="952"/>
                  <a:pt x="6856" y="952"/>
                </a:cubicBezTo>
                <a:close/>
                <a:moveTo>
                  <a:pt x="8226" y="4600"/>
                </a:moveTo>
                <a:cubicBezTo>
                  <a:pt x="8189" y="4508"/>
                  <a:pt x="8170" y="4407"/>
                  <a:pt x="8170" y="4302"/>
                </a:cubicBezTo>
                <a:cubicBezTo>
                  <a:pt x="8170" y="4195"/>
                  <a:pt x="8191" y="4093"/>
                  <a:pt x="8228" y="4000"/>
                </a:cubicBezTo>
                <a:lnTo>
                  <a:pt x="2852" y="1286"/>
                </a:lnTo>
                <a:cubicBezTo>
                  <a:pt x="2721" y="1491"/>
                  <a:pt x="2503" y="1637"/>
                  <a:pt x="2252" y="1668"/>
                </a:cubicBezTo>
                <a:lnTo>
                  <a:pt x="2421" y="7183"/>
                </a:lnTo>
                <a:cubicBezTo>
                  <a:pt x="2530" y="7202"/>
                  <a:pt x="2622" y="7261"/>
                  <a:pt x="2686" y="7344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7" name="Google Shape;447;p28"/>
          <p:cNvSpPr/>
          <p:nvPr/>
        </p:nvSpPr>
        <p:spPr>
          <a:xfrm>
            <a:off x="419576" y="4453263"/>
            <a:ext cx="300428" cy="300476"/>
          </a:xfrm>
          <a:custGeom>
            <a:avLst/>
            <a:gdLst/>
            <a:ahLst/>
            <a:cxnLst/>
            <a:rect l="l" t="t" r="r" b="b"/>
            <a:pathLst>
              <a:path w="6293" h="6294" extrusionOk="0">
                <a:moveTo>
                  <a:pt x="6293" y="3147"/>
                </a:moveTo>
                <a:cubicBezTo>
                  <a:pt x="6293" y="4885"/>
                  <a:pt x="4882" y="6293"/>
                  <a:pt x="3146" y="6293"/>
                </a:cubicBezTo>
                <a:cubicBezTo>
                  <a:pt x="1409" y="6293"/>
                  <a:pt x="0" y="4885"/>
                  <a:pt x="0" y="3147"/>
                </a:cubicBezTo>
                <a:cubicBezTo>
                  <a:pt x="0" y="1409"/>
                  <a:pt x="1409" y="1"/>
                  <a:pt x="3146" y="1"/>
                </a:cubicBezTo>
                <a:cubicBezTo>
                  <a:pt x="4882" y="1"/>
                  <a:pt x="6293" y="1409"/>
                  <a:pt x="6293" y="314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48" name="Google Shape;448;p28"/>
          <p:cNvGrpSpPr/>
          <p:nvPr/>
        </p:nvGrpSpPr>
        <p:grpSpPr>
          <a:xfrm rot="823452">
            <a:off x="750513" y="2098687"/>
            <a:ext cx="912772" cy="1009338"/>
            <a:chOff x="1191357" y="3451057"/>
            <a:chExt cx="597555" cy="660773"/>
          </a:xfrm>
        </p:grpSpPr>
        <p:sp>
          <p:nvSpPr>
            <p:cNvPr id="449" name="Google Shape;449;p28"/>
            <p:cNvSpPr/>
            <p:nvPr/>
          </p:nvSpPr>
          <p:spPr>
            <a:xfrm>
              <a:off x="1244473" y="3764632"/>
              <a:ext cx="544439" cy="347198"/>
            </a:xfrm>
            <a:custGeom>
              <a:avLst/>
              <a:gdLst/>
              <a:ahLst/>
              <a:cxnLst/>
              <a:rect l="l" t="t" r="r" b="b"/>
              <a:pathLst>
                <a:path w="11480" h="7321" extrusionOk="0">
                  <a:moveTo>
                    <a:pt x="361" y="0"/>
                  </a:moveTo>
                  <a:lnTo>
                    <a:pt x="11068" y="0"/>
                  </a:lnTo>
                  <a:lnTo>
                    <a:pt x="11068" y="0"/>
                  </a:lnTo>
                  <a:lnTo>
                    <a:pt x="11076" y="0"/>
                  </a:lnTo>
                  <a:lnTo>
                    <a:pt x="11078" y="0"/>
                  </a:lnTo>
                  <a:lnTo>
                    <a:pt x="11087" y="0"/>
                  </a:lnTo>
                  <a:lnTo>
                    <a:pt x="11089" y="0"/>
                  </a:lnTo>
                  <a:lnTo>
                    <a:pt x="11097" y="0"/>
                  </a:lnTo>
                  <a:lnTo>
                    <a:pt x="11099" y="0"/>
                  </a:lnTo>
                  <a:lnTo>
                    <a:pt x="11105" y="0"/>
                  </a:lnTo>
                  <a:lnTo>
                    <a:pt x="11107" y="0"/>
                  </a:lnTo>
                  <a:lnTo>
                    <a:pt x="11111" y="0"/>
                  </a:lnTo>
                  <a:lnTo>
                    <a:pt x="11117" y="0"/>
                  </a:lnTo>
                  <a:lnTo>
                    <a:pt x="11122" y="0"/>
                  </a:lnTo>
                  <a:lnTo>
                    <a:pt x="11128" y="0"/>
                  </a:lnTo>
                  <a:lnTo>
                    <a:pt x="11130" y="0"/>
                  </a:lnTo>
                  <a:lnTo>
                    <a:pt x="11136" y="4"/>
                  </a:lnTo>
                  <a:lnTo>
                    <a:pt x="11138" y="4"/>
                  </a:lnTo>
                  <a:lnTo>
                    <a:pt x="11146" y="6"/>
                  </a:lnTo>
                  <a:lnTo>
                    <a:pt x="11148" y="6"/>
                  </a:lnTo>
                  <a:lnTo>
                    <a:pt x="11157" y="8"/>
                  </a:lnTo>
                  <a:lnTo>
                    <a:pt x="11159" y="8"/>
                  </a:lnTo>
                  <a:lnTo>
                    <a:pt x="11167" y="10"/>
                  </a:lnTo>
                  <a:lnTo>
                    <a:pt x="11173" y="14"/>
                  </a:lnTo>
                  <a:lnTo>
                    <a:pt x="11177" y="14"/>
                  </a:lnTo>
                  <a:lnTo>
                    <a:pt x="11183" y="17"/>
                  </a:lnTo>
                  <a:lnTo>
                    <a:pt x="11187" y="17"/>
                  </a:lnTo>
                  <a:lnTo>
                    <a:pt x="11192" y="19"/>
                  </a:lnTo>
                  <a:lnTo>
                    <a:pt x="11194" y="21"/>
                  </a:lnTo>
                  <a:lnTo>
                    <a:pt x="11200" y="25"/>
                  </a:lnTo>
                  <a:lnTo>
                    <a:pt x="11202" y="27"/>
                  </a:lnTo>
                  <a:lnTo>
                    <a:pt x="11208" y="29"/>
                  </a:lnTo>
                  <a:lnTo>
                    <a:pt x="11212" y="31"/>
                  </a:lnTo>
                  <a:lnTo>
                    <a:pt x="11218" y="35"/>
                  </a:lnTo>
                  <a:lnTo>
                    <a:pt x="11222" y="37"/>
                  </a:lnTo>
                  <a:lnTo>
                    <a:pt x="11224" y="39"/>
                  </a:lnTo>
                  <a:lnTo>
                    <a:pt x="11231" y="41"/>
                  </a:lnTo>
                  <a:lnTo>
                    <a:pt x="11233" y="45"/>
                  </a:lnTo>
                  <a:lnTo>
                    <a:pt x="11239" y="47"/>
                  </a:lnTo>
                  <a:lnTo>
                    <a:pt x="11241" y="49"/>
                  </a:lnTo>
                  <a:lnTo>
                    <a:pt x="11249" y="51"/>
                  </a:lnTo>
                  <a:lnTo>
                    <a:pt x="11249" y="51"/>
                  </a:lnTo>
                  <a:lnTo>
                    <a:pt x="11255" y="58"/>
                  </a:lnTo>
                  <a:lnTo>
                    <a:pt x="11255" y="58"/>
                  </a:lnTo>
                  <a:lnTo>
                    <a:pt x="11263" y="62"/>
                  </a:lnTo>
                  <a:lnTo>
                    <a:pt x="11266" y="62"/>
                  </a:lnTo>
                  <a:lnTo>
                    <a:pt x="11272" y="68"/>
                  </a:lnTo>
                  <a:lnTo>
                    <a:pt x="11274" y="70"/>
                  </a:lnTo>
                  <a:lnTo>
                    <a:pt x="11280" y="72"/>
                  </a:lnTo>
                  <a:lnTo>
                    <a:pt x="11282" y="76"/>
                  </a:lnTo>
                  <a:lnTo>
                    <a:pt x="11286" y="78"/>
                  </a:lnTo>
                  <a:lnTo>
                    <a:pt x="11290" y="80"/>
                  </a:lnTo>
                  <a:lnTo>
                    <a:pt x="11294" y="82"/>
                  </a:lnTo>
                  <a:lnTo>
                    <a:pt x="11296" y="86"/>
                  </a:lnTo>
                  <a:lnTo>
                    <a:pt x="11300" y="88"/>
                  </a:lnTo>
                  <a:lnTo>
                    <a:pt x="11305" y="91"/>
                  </a:lnTo>
                  <a:lnTo>
                    <a:pt x="11307" y="93"/>
                  </a:lnTo>
                  <a:lnTo>
                    <a:pt x="11313" y="97"/>
                  </a:lnTo>
                  <a:lnTo>
                    <a:pt x="11315" y="99"/>
                  </a:lnTo>
                  <a:lnTo>
                    <a:pt x="11321" y="103"/>
                  </a:lnTo>
                  <a:lnTo>
                    <a:pt x="11323" y="107"/>
                  </a:lnTo>
                  <a:lnTo>
                    <a:pt x="11327" y="111"/>
                  </a:lnTo>
                  <a:lnTo>
                    <a:pt x="11327" y="111"/>
                  </a:lnTo>
                  <a:lnTo>
                    <a:pt x="11333" y="117"/>
                  </a:lnTo>
                  <a:lnTo>
                    <a:pt x="11333" y="117"/>
                  </a:lnTo>
                  <a:lnTo>
                    <a:pt x="11338" y="121"/>
                  </a:lnTo>
                  <a:lnTo>
                    <a:pt x="11344" y="128"/>
                  </a:lnTo>
                  <a:lnTo>
                    <a:pt x="11346" y="130"/>
                  </a:lnTo>
                  <a:lnTo>
                    <a:pt x="11348" y="132"/>
                  </a:lnTo>
                  <a:lnTo>
                    <a:pt x="11354" y="138"/>
                  </a:lnTo>
                  <a:lnTo>
                    <a:pt x="11356" y="140"/>
                  </a:lnTo>
                  <a:lnTo>
                    <a:pt x="11362" y="144"/>
                  </a:lnTo>
                  <a:lnTo>
                    <a:pt x="11364" y="148"/>
                  </a:lnTo>
                  <a:lnTo>
                    <a:pt x="11366" y="150"/>
                  </a:lnTo>
                  <a:lnTo>
                    <a:pt x="11368" y="152"/>
                  </a:lnTo>
                  <a:lnTo>
                    <a:pt x="11372" y="154"/>
                  </a:lnTo>
                  <a:lnTo>
                    <a:pt x="11375" y="160"/>
                  </a:lnTo>
                  <a:lnTo>
                    <a:pt x="11377" y="163"/>
                  </a:lnTo>
                  <a:lnTo>
                    <a:pt x="11383" y="169"/>
                  </a:lnTo>
                  <a:lnTo>
                    <a:pt x="11385" y="171"/>
                  </a:lnTo>
                  <a:lnTo>
                    <a:pt x="11389" y="175"/>
                  </a:lnTo>
                  <a:lnTo>
                    <a:pt x="11393" y="179"/>
                  </a:lnTo>
                  <a:lnTo>
                    <a:pt x="11397" y="183"/>
                  </a:lnTo>
                  <a:lnTo>
                    <a:pt x="11397" y="183"/>
                  </a:lnTo>
                  <a:lnTo>
                    <a:pt x="11403" y="191"/>
                  </a:lnTo>
                  <a:lnTo>
                    <a:pt x="11403" y="191"/>
                  </a:lnTo>
                  <a:lnTo>
                    <a:pt x="11414" y="204"/>
                  </a:lnTo>
                  <a:lnTo>
                    <a:pt x="11416" y="210"/>
                  </a:lnTo>
                  <a:lnTo>
                    <a:pt x="11418" y="212"/>
                  </a:lnTo>
                  <a:cubicBezTo>
                    <a:pt x="11424" y="220"/>
                    <a:pt x="11426" y="226"/>
                    <a:pt x="11430" y="232"/>
                  </a:cubicBezTo>
                  <a:lnTo>
                    <a:pt x="11434" y="234"/>
                  </a:lnTo>
                  <a:lnTo>
                    <a:pt x="11436" y="241"/>
                  </a:lnTo>
                  <a:lnTo>
                    <a:pt x="11438" y="243"/>
                  </a:lnTo>
                  <a:lnTo>
                    <a:pt x="11440" y="247"/>
                  </a:lnTo>
                  <a:lnTo>
                    <a:pt x="11440" y="251"/>
                  </a:lnTo>
                  <a:lnTo>
                    <a:pt x="11444" y="257"/>
                  </a:lnTo>
                  <a:lnTo>
                    <a:pt x="11444" y="257"/>
                  </a:lnTo>
                  <a:lnTo>
                    <a:pt x="11446" y="265"/>
                  </a:lnTo>
                  <a:lnTo>
                    <a:pt x="11446" y="265"/>
                  </a:lnTo>
                  <a:lnTo>
                    <a:pt x="11449" y="274"/>
                  </a:lnTo>
                  <a:lnTo>
                    <a:pt x="11449" y="276"/>
                  </a:lnTo>
                  <a:lnTo>
                    <a:pt x="11451" y="284"/>
                  </a:lnTo>
                  <a:lnTo>
                    <a:pt x="11451" y="286"/>
                  </a:lnTo>
                  <a:lnTo>
                    <a:pt x="11455" y="292"/>
                  </a:lnTo>
                  <a:lnTo>
                    <a:pt x="11457" y="294"/>
                  </a:lnTo>
                  <a:lnTo>
                    <a:pt x="11459" y="302"/>
                  </a:lnTo>
                  <a:lnTo>
                    <a:pt x="11461" y="306"/>
                  </a:lnTo>
                  <a:lnTo>
                    <a:pt x="11465" y="313"/>
                  </a:lnTo>
                  <a:lnTo>
                    <a:pt x="11467" y="317"/>
                  </a:lnTo>
                  <a:lnTo>
                    <a:pt x="11469" y="323"/>
                  </a:lnTo>
                  <a:lnTo>
                    <a:pt x="11469" y="325"/>
                  </a:lnTo>
                  <a:lnTo>
                    <a:pt x="11471" y="329"/>
                  </a:lnTo>
                  <a:lnTo>
                    <a:pt x="11471" y="333"/>
                  </a:lnTo>
                  <a:lnTo>
                    <a:pt x="11475" y="339"/>
                  </a:lnTo>
                  <a:lnTo>
                    <a:pt x="11475" y="343"/>
                  </a:lnTo>
                  <a:cubicBezTo>
                    <a:pt x="11477" y="358"/>
                    <a:pt x="11479" y="376"/>
                    <a:pt x="11479" y="395"/>
                  </a:cubicBezTo>
                  <a:lnTo>
                    <a:pt x="11479" y="6926"/>
                  </a:lnTo>
                  <a:lnTo>
                    <a:pt x="11479" y="6930"/>
                  </a:lnTo>
                  <a:lnTo>
                    <a:pt x="11479" y="6936"/>
                  </a:lnTo>
                  <a:lnTo>
                    <a:pt x="11479" y="6938"/>
                  </a:lnTo>
                  <a:lnTo>
                    <a:pt x="11479" y="6946"/>
                  </a:lnTo>
                  <a:lnTo>
                    <a:pt x="11479" y="6946"/>
                  </a:lnTo>
                  <a:lnTo>
                    <a:pt x="11479" y="6955"/>
                  </a:lnTo>
                  <a:lnTo>
                    <a:pt x="11479" y="6957"/>
                  </a:lnTo>
                  <a:lnTo>
                    <a:pt x="11479" y="6961"/>
                  </a:lnTo>
                  <a:lnTo>
                    <a:pt x="11479" y="6965"/>
                  </a:lnTo>
                  <a:lnTo>
                    <a:pt x="11479" y="6967"/>
                  </a:lnTo>
                  <a:lnTo>
                    <a:pt x="11479" y="6969"/>
                  </a:lnTo>
                  <a:lnTo>
                    <a:pt x="11479" y="6975"/>
                  </a:lnTo>
                  <a:lnTo>
                    <a:pt x="11477" y="6981"/>
                  </a:lnTo>
                  <a:lnTo>
                    <a:pt x="11475" y="6996"/>
                  </a:lnTo>
                  <a:lnTo>
                    <a:pt x="11475" y="6996"/>
                  </a:lnTo>
                  <a:lnTo>
                    <a:pt x="11471" y="7000"/>
                  </a:lnTo>
                  <a:lnTo>
                    <a:pt x="11471" y="7002"/>
                  </a:lnTo>
                  <a:lnTo>
                    <a:pt x="11469" y="7008"/>
                  </a:lnTo>
                  <a:lnTo>
                    <a:pt x="11469" y="7008"/>
                  </a:lnTo>
                  <a:lnTo>
                    <a:pt x="11467" y="7016"/>
                  </a:lnTo>
                  <a:lnTo>
                    <a:pt x="11467" y="7018"/>
                  </a:lnTo>
                  <a:lnTo>
                    <a:pt x="11465" y="7022"/>
                  </a:lnTo>
                  <a:lnTo>
                    <a:pt x="11461" y="7027"/>
                  </a:lnTo>
                  <a:lnTo>
                    <a:pt x="11459" y="7031"/>
                  </a:lnTo>
                  <a:lnTo>
                    <a:pt x="11457" y="7037"/>
                  </a:lnTo>
                  <a:lnTo>
                    <a:pt x="11457" y="7039"/>
                  </a:lnTo>
                  <a:lnTo>
                    <a:pt x="11455" y="7047"/>
                  </a:lnTo>
                  <a:lnTo>
                    <a:pt x="11455" y="7047"/>
                  </a:lnTo>
                  <a:lnTo>
                    <a:pt x="11451" y="7051"/>
                  </a:lnTo>
                  <a:lnTo>
                    <a:pt x="11451" y="7053"/>
                  </a:lnTo>
                  <a:lnTo>
                    <a:pt x="11449" y="7060"/>
                  </a:lnTo>
                  <a:lnTo>
                    <a:pt x="11446" y="7064"/>
                  </a:lnTo>
                  <a:lnTo>
                    <a:pt x="11444" y="7068"/>
                  </a:lnTo>
                  <a:lnTo>
                    <a:pt x="11440" y="7072"/>
                  </a:lnTo>
                  <a:lnTo>
                    <a:pt x="11440" y="7074"/>
                  </a:lnTo>
                  <a:lnTo>
                    <a:pt x="11438" y="7080"/>
                  </a:lnTo>
                  <a:lnTo>
                    <a:pt x="11438" y="7082"/>
                  </a:lnTo>
                  <a:lnTo>
                    <a:pt x="11436" y="7088"/>
                  </a:lnTo>
                  <a:lnTo>
                    <a:pt x="11434" y="7090"/>
                  </a:lnTo>
                  <a:lnTo>
                    <a:pt x="11430" y="7092"/>
                  </a:lnTo>
                  <a:lnTo>
                    <a:pt x="11428" y="7099"/>
                  </a:lnTo>
                  <a:lnTo>
                    <a:pt x="11426" y="7101"/>
                  </a:lnTo>
                  <a:lnTo>
                    <a:pt x="11424" y="7105"/>
                  </a:lnTo>
                  <a:lnTo>
                    <a:pt x="11424" y="7105"/>
                  </a:lnTo>
                  <a:lnTo>
                    <a:pt x="11420" y="7111"/>
                  </a:lnTo>
                  <a:lnTo>
                    <a:pt x="11418" y="7113"/>
                  </a:lnTo>
                  <a:lnTo>
                    <a:pt x="11414" y="7121"/>
                  </a:lnTo>
                  <a:lnTo>
                    <a:pt x="11409" y="7123"/>
                  </a:lnTo>
                  <a:lnTo>
                    <a:pt x="11407" y="7129"/>
                  </a:lnTo>
                  <a:lnTo>
                    <a:pt x="11403" y="7136"/>
                  </a:lnTo>
                  <a:lnTo>
                    <a:pt x="11403" y="7140"/>
                  </a:lnTo>
                  <a:lnTo>
                    <a:pt x="11399" y="7144"/>
                  </a:lnTo>
                  <a:lnTo>
                    <a:pt x="11397" y="7146"/>
                  </a:lnTo>
                  <a:lnTo>
                    <a:pt x="11395" y="7150"/>
                  </a:lnTo>
                  <a:lnTo>
                    <a:pt x="11393" y="7154"/>
                  </a:lnTo>
                  <a:lnTo>
                    <a:pt x="11389" y="7156"/>
                  </a:lnTo>
                  <a:lnTo>
                    <a:pt x="11385" y="7162"/>
                  </a:lnTo>
                  <a:lnTo>
                    <a:pt x="11385" y="7162"/>
                  </a:lnTo>
                  <a:lnTo>
                    <a:pt x="11379" y="7166"/>
                  </a:lnTo>
                  <a:lnTo>
                    <a:pt x="11377" y="7171"/>
                  </a:lnTo>
                  <a:lnTo>
                    <a:pt x="11375" y="7175"/>
                  </a:lnTo>
                  <a:lnTo>
                    <a:pt x="11372" y="7177"/>
                  </a:lnTo>
                  <a:lnTo>
                    <a:pt x="11368" y="7181"/>
                  </a:lnTo>
                  <a:lnTo>
                    <a:pt x="11364" y="7185"/>
                  </a:lnTo>
                  <a:lnTo>
                    <a:pt x="11358" y="7191"/>
                  </a:lnTo>
                  <a:lnTo>
                    <a:pt x="11358" y="7191"/>
                  </a:lnTo>
                  <a:lnTo>
                    <a:pt x="11354" y="7195"/>
                  </a:lnTo>
                  <a:lnTo>
                    <a:pt x="11352" y="7197"/>
                  </a:lnTo>
                  <a:lnTo>
                    <a:pt x="11348" y="7201"/>
                  </a:lnTo>
                  <a:lnTo>
                    <a:pt x="11346" y="7203"/>
                  </a:lnTo>
                  <a:lnTo>
                    <a:pt x="11344" y="7206"/>
                  </a:lnTo>
                  <a:lnTo>
                    <a:pt x="11338" y="7212"/>
                  </a:lnTo>
                  <a:lnTo>
                    <a:pt x="11338" y="7212"/>
                  </a:lnTo>
                  <a:lnTo>
                    <a:pt x="11333" y="7216"/>
                  </a:lnTo>
                  <a:lnTo>
                    <a:pt x="11331" y="7218"/>
                  </a:lnTo>
                  <a:lnTo>
                    <a:pt x="11331" y="7218"/>
                  </a:lnTo>
                  <a:lnTo>
                    <a:pt x="11323" y="7224"/>
                  </a:lnTo>
                  <a:lnTo>
                    <a:pt x="11321" y="7226"/>
                  </a:lnTo>
                  <a:lnTo>
                    <a:pt x="11315" y="7228"/>
                  </a:lnTo>
                  <a:lnTo>
                    <a:pt x="11313" y="7232"/>
                  </a:lnTo>
                  <a:lnTo>
                    <a:pt x="11307" y="7236"/>
                  </a:lnTo>
                  <a:lnTo>
                    <a:pt x="11307" y="7236"/>
                  </a:lnTo>
                  <a:lnTo>
                    <a:pt x="11305" y="7236"/>
                  </a:lnTo>
                  <a:lnTo>
                    <a:pt x="11300" y="7243"/>
                  </a:lnTo>
                  <a:lnTo>
                    <a:pt x="11296" y="7245"/>
                  </a:lnTo>
                  <a:lnTo>
                    <a:pt x="11292" y="7247"/>
                  </a:lnTo>
                  <a:lnTo>
                    <a:pt x="11290" y="7249"/>
                  </a:lnTo>
                  <a:lnTo>
                    <a:pt x="11284" y="7253"/>
                  </a:lnTo>
                  <a:lnTo>
                    <a:pt x="11284" y="7253"/>
                  </a:lnTo>
                  <a:lnTo>
                    <a:pt x="11280" y="7257"/>
                  </a:lnTo>
                  <a:lnTo>
                    <a:pt x="11276" y="7259"/>
                  </a:lnTo>
                  <a:lnTo>
                    <a:pt x="11272" y="7263"/>
                  </a:lnTo>
                  <a:lnTo>
                    <a:pt x="11270" y="7265"/>
                  </a:lnTo>
                  <a:lnTo>
                    <a:pt x="11266" y="7267"/>
                  </a:lnTo>
                  <a:lnTo>
                    <a:pt x="11261" y="7269"/>
                  </a:lnTo>
                  <a:lnTo>
                    <a:pt x="11259" y="7273"/>
                  </a:lnTo>
                  <a:lnTo>
                    <a:pt x="11253" y="7275"/>
                  </a:lnTo>
                  <a:lnTo>
                    <a:pt x="11253" y="7275"/>
                  </a:lnTo>
                  <a:lnTo>
                    <a:pt x="11249" y="7277"/>
                  </a:lnTo>
                  <a:lnTo>
                    <a:pt x="11245" y="7280"/>
                  </a:lnTo>
                  <a:lnTo>
                    <a:pt x="11241" y="7284"/>
                  </a:lnTo>
                  <a:lnTo>
                    <a:pt x="11235" y="7286"/>
                  </a:lnTo>
                  <a:lnTo>
                    <a:pt x="11233" y="7288"/>
                  </a:lnTo>
                  <a:lnTo>
                    <a:pt x="11229" y="7290"/>
                  </a:lnTo>
                  <a:lnTo>
                    <a:pt x="11229" y="7290"/>
                  </a:lnTo>
                  <a:lnTo>
                    <a:pt x="11220" y="7294"/>
                  </a:lnTo>
                  <a:lnTo>
                    <a:pt x="11218" y="7294"/>
                  </a:lnTo>
                  <a:lnTo>
                    <a:pt x="11212" y="7296"/>
                  </a:lnTo>
                  <a:lnTo>
                    <a:pt x="11210" y="7298"/>
                  </a:lnTo>
                  <a:lnTo>
                    <a:pt x="11208" y="7300"/>
                  </a:lnTo>
                  <a:cubicBezTo>
                    <a:pt x="11171" y="7314"/>
                    <a:pt x="11134" y="7321"/>
                    <a:pt x="11095" y="7321"/>
                  </a:cubicBezTo>
                  <a:lnTo>
                    <a:pt x="385" y="7321"/>
                  </a:lnTo>
                  <a:cubicBezTo>
                    <a:pt x="338" y="7321"/>
                    <a:pt x="291" y="7310"/>
                    <a:pt x="250" y="7294"/>
                  </a:cubicBezTo>
                  <a:lnTo>
                    <a:pt x="246" y="7290"/>
                  </a:lnTo>
                  <a:lnTo>
                    <a:pt x="246" y="7290"/>
                  </a:lnTo>
                  <a:lnTo>
                    <a:pt x="239" y="7288"/>
                  </a:lnTo>
                  <a:lnTo>
                    <a:pt x="237" y="7288"/>
                  </a:lnTo>
                  <a:lnTo>
                    <a:pt x="231" y="7286"/>
                  </a:lnTo>
                  <a:lnTo>
                    <a:pt x="229" y="7284"/>
                  </a:lnTo>
                  <a:lnTo>
                    <a:pt x="227" y="7280"/>
                  </a:lnTo>
                  <a:lnTo>
                    <a:pt x="221" y="7277"/>
                  </a:lnTo>
                  <a:lnTo>
                    <a:pt x="219" y="7277"/>
                  </a:lnTo>
                  <a:lnTo>
                    <a:pt x="215" y="7275"/>
                  </a:lnTo>
                  <a:lnTo>
                    <a:pt x="211" y="7275"/>
                  </a:lnTo>
                  <a:lnTo>
                    <a:pt x="207" y="7273"/>
                  </a:lnTo>
                  <a:lnTo>
                    <a:pt x="204" y="7269"/>
                  </a:lnTo>
                  <a:lnTo>
                    <a:pt x="200" y="7267"/>
                  </a:lnTo>
                  <a:lnTo>
                    <a:pt x="196" y="7265"/>
                  </a:lnTo>
                  <a:lnTo>
                    <a:pt x="194" y="7265"/>
                  </a:lnTo>
                  <a:lnTo>
                    <a:pt x="188" y="7259"/>
                  </a:lnTo>
                  <a:lnTo>
                    <a:pt x="184" y="7255"/>
                  </a:lnTo>
                  <a:lnTo>
                    <a:pt x="180" y="7253"/>
                  </a:lnTo>
                  <a:lnTo>
                    <a:pt x="178" y="7249"/>
                  </a:lnTo>
                  <a:lnTo>
                    <a:pt x="174" y="7247"/>
                  </a:lnTo>
                  <a:lnTo>
                    <a:pt x="170" y="7245"/>
                  </a:lnTo>
                  <a:lnTo>
                    <a:pt x="165" y="7238"/>
                  </a:lnTo>
                  <a:lnTo>
                    <a:pt x="165" y="7238"/>
                  </a:lnTo>
                  <a:lnTo>
                    <a:pt x="159" y="7234"/>
                  </a:lnTo>
                  <a:lnTo>
                    <a:pt x="157" y="7232"/>
                  </a:lnTo>
                  <a:lnTo>
                    <a:pt x="155" y="7228"/>
                  </a:lnTo>
                  <a:lnTo>
                    <a:pt x="149" y="7226"/>
                  </a:lnTo>
                  <a:lnTo>
                    <a:pt x="147" y="7224"/>
                  </a:lnTo>
                  <a:lnTo>
                    <a:pt x="143" y="7218"/>
                  </a:lnTo>
                  <a:lnTo>
                    <a:pt x="143" y="7218"/>
                  </a:lnTo>
                  <a:lnTo>
                    <a:pt x="137" y="7214"/>
                  </a:lnTo>
                  <a:lnTo>
                    <a:pt x="132" y="7208"/>
                  </a:lnTo>
                  <a:lnTo>
                    <a:pt x="128" y="7206"/>
                  </a:lnTo>
                  <a:lnTo>
                    <a:pt x="126" y="7203"/>
                  </a:lnTo>
                  <a:lnTo>
                    <a:pt x="122" y="7197"/>
                  </a:lnTo>
                  <a:lnTo>
                    <a:pt x="122" y="7197"/>
                  </a:lnTo>
                  <a:lnTo>
                    <a:pt x="116" y="7193"/>
                  </a:lnTo>
                  <a:lnTo>
                    <a:pt x="114" y="7191"/>
                  </a:lnTo>
                  <a:lnTo>
                    <a:pt x="112" y="7187"/>
                  </a:lnTo>
                  <a:lnTo>
                    <a:pt x="108" y="7185"/>
                  </a:lnTo>
                  <a:lnTo>
                    <a:pt x="106" y="7183"/>
                  </a:lnTo>
                  <a:lnTo>
                    <a:pt x="102" y="7177"/>
                  </a:lnTo>
                  <a:lnTo>
                    <a:pt x="102" y="7177"/>
                  </a:lnTo>
                  <a:lnTo>
                    <a:pt x="95" y="7173"/>
                  </a:lnTo>
                  <a:lnTo>
                    <a:pt x="93" y="7171"/>
                  </a:lnTo>
                  <a:lnTo>
                    <a:pt x="91" y="7164"/>
                  </a:lnTo>
                  <a:lnTo>
                    <a:pt x="87" y="7162"/>
                  </a:lnTo>
                  <a:lnTo>
                    <a:pt x="85" y="7160"/>
                  </a:lnTo>
                  <a:lnTo>
                    <a:pt x="81" y="7154"/>
                  </a:lnTo>
                  <a:lnTo>
                    <a:pt x="81" y="7154"/>
                  </a:lnTo>
                  <a:cubicBezTo>
                    <a:pt x="75" y="7146"/>
                    <a:pt x="71" y="7142"/>
                    <a:pt x="67" y="7134"/>
                  </a:cubicBezTo>
                  <a:lnTo>
                    <a:pt x="67" y="7134"/>
                  </a:lnTo>
                  <a:lnTo>
                    <a:pt x="65" y="7129"/>
                  </a:lnTo>
                  <a:lnTo>
                    <a:pt x="63" y="7125"/>
                  </a:lnTo>
                  <a:lnTo>
                    <a:pt x="56" y="7119"/>
                  </a:lnTo>
                  <a:lnTo>
                    <a:pt x="54" y="7115"/>
                  </a:lnTo>
                  <a:lnTo>
                    <a:pt x="52" y="7111"/>
                  </a:lnTo>
                  <a:lnTo>
                    <a:pt x="52" y="7111"/>
                  </a:lnTo>
                  <a:lnTo>
                    <a:pt x="50" y="7105"/>
                  </a:lnTo>
                  <a:lnTo>
                    <a:pt x="50" y="7103"/>
                  </a:lnTo>
                  <a:lnTo>
                    <a:pt x="46" y="7099"/>
                  </a:lnTo>
                  <a:lnTo>
                    <a:pt x="44" y="7094"/>
                  </a:lnTo>
                  <a:lnTo>
                    <a:pt x="42" y="7092"/>
                  </a:lnTo>
                  <a:lnTo>
                    <a:pt x="40" y="7088"/>
                  </a:lnTo>
                  <a:lnTo>
                    <a:pt x="40" y="7084"/>
                  </a:lnTo>
                  <a:lnTo>
                    <a:pt x="36" y="7080"/>
                  </a:lnTo>
                  <a:lnTo>
                    <a:pt x="36" y="7078"/>
                  </a:lnTo>
                  <a:lnTo>
                    <a:pt x="34" y="7072"/>
                  </a:lnTo>
                  <a:lnTo>
                    <a:pt x="32" y="7070"/>
                  </a:lnTo>
                  <a:lnTo>
                    <a:pt x="30" y="7068"/>
                  </a:lnTo>
                  <a:lnTo>
                    <a:pt x="26" y="7062"/>
                  </a:lnTo>
                  <a:lnTo>
                    <a:pt x="26" y="7060"/>
                  </a:lnTo>
                  <a:lnTo>
                    <a:pt x="24" y="7051"/>
                  </a:lnTo>
                  <a:lnTo>
                    <a:pt x="24" y="7049"/>
                  </a:lnTo>
                  <a:lnTo>
                    <a:pt x="21" y="7043"/>
                  </a:lnTo>
                  <a:lnTo>
                    <a:pt x="19" y="7041"/>
                  </a:lnTo>
                  <a:lnTo>
                    <a:pt x="15" y="7033"/>
                  </a:lnTo>
                  <a:lnTo>
                    <a:pt x="15" y="7031"/>
                  </a:lnTo>
                  <a:lnTo>
                    <a:pt x="13" y="7022"/>
                  </a:lnTo>
                  <a:lnTo>
                    <a:pt x="13" y="7022"/>
                  </a:lnTo>
                  <a:lnTo>
                    <a:pt x="11" y="7018"/>
                  </a:lnTo>
                  <a:lnTo>
                    <a:pt x="11" y="7016"/>
                  </a:lnTo>
                  <a:lnTo>
                    <a:pt x="9" y="7010"/>
                  </a:lnTo>
                  <a:lnTo>
                    <a:pt x="5" y="7006"/>
                  </a:lnTo>
                  <a:lnTo>
                    <a:pt x="5" y="7002"/>
                  </a:lnTo>
                  <a:lnTo>
                    <a:pt x="3" y="6996"/>
                  </a:lnTo>
                  <a:lnTo>
                    <a:pt x="3" y="6996"/>
                  </a:lnTo>
                  <a:lnTo>
                    <a:pt x="1" y="6990"/>
                  </a:lnTo>
                  <a:lnTo>
                    <a:pt x="1" y="6988"/>
                  </a:lnTo>
                  <a:lnTo>
                    <a:pt x="1" y="6981"/>
                  </a:lnTo>
                  <a:lnTo>
                    <a:pt x="1" y="6977"/>
                  </a:lnTo>
                  <a:lnTo>
                    <a:pt x="1" y="6975"/>
                  </a:lnTo>
                  <a:lnTo>
                    <a:pt x="1" y="6967"/>
                  </a:lnTo>
                  <a:lnTo>
                    <a:pt x="1" y="6967"/>
                  </a:lnTo>
                  <a:lnTo>
                    <a:pt x="1" y="6959"/>
                  </a:lnTo>
                  <a:lnTo>
                    <a:pt x="1" y="6957"/>
                  </a:lnTo>
                  <a:lnTo>
                    <a:pt x="1" y="6951"/>
                  </a:lnTo>
                  <a:lnTo>
                    <a:pt x="1" y="6946"/>
                  </a:lnTo>
                  <a:lnTo>
                    <a:pt x="1" y="6944"/>
                  </a:lnTo>
                  <a:lnTo>
                    <a:pt x="1" y="6936"/>
                  </a:lnTo>
                  <a:lnTo>
                    <a:pt x="1" y="6722"/>
                  </a:lnTo>
                  <a:lnTo>
                    <a:pt x="1" y="411"/>
                  </a:lnTo>
                  <a:cubicBezTo>
                    <a:pt x="1" y="395"/>
                    <a:pt x="3" y="378"/>
                    <a:pt x="5" y="360"/>
                  </a:cubicBezTo>
                  <a:lnTo>
                    <a:pt x="5" y="358"/>
                  </a:lnTo>
                  <a:lnTo>
                    <a:pt x="9" y="350"/>
                  </a:lnTo>
                  <a:lnTo>
                    <a:pt x="11" y="343"/>
                  </a:lnTo>
                  <a:lnTo>
                    <a:pt x="11" y="339"/>
                  </a:lnTo>
                  <a:lnTo>
                    <a:pt x="11" y="337"/>
                  </a:lnTo>
                  <a:lnTo>
                    <a:pt x="13" y="333"/>
                  </a:lnTo>
                  <a:lnTo>
                    <a:pt x="15" y="325"/>
                  </a:lnTo>
                  <a:lnTo>
                    <a:pt x="15" y="325"/>
                  </a:lnTo>
                  <a:lnTo>
                    <a:pt x="19" y="319"/>
                  </a:lnTo>
                  <a:lnTo>
                    <a:pt x="21" y="317"/>
                  </a:lnTo>
                  <a:lnTo>
                    <a:pt x="24" y="313"/>
                  </a:lnTo>
                  <a:lnTo>
                    <a:pt x="26" y="309"/>
                  </a:lnTo>
                  <a:lnTo>
                    <a:pt x="30" y="302"/>
                  </a:lnTo>
                  <a:lnTo>
                    <a:pt x="32" y="294"/>
                  </a:lnTo>
                  <a:lnTo>
                    <a:pt x="32" y="292"/>
                  </a:lnTo>
                  <a:lnTo>
                    <a:pt x="36" y="276"/>
                  </a:lnTo>
                  <a:lnTo>
                    <a:pt x="36" y="276"/>
                  </a:lnTo>
                  <a:lnTo>
                    <a:pt x="40" y="267"/>
                  </a:lnTo>
                  <a:lnTo>
                    <a:pt x="40" y="265"/>
                  </a:lnTo>
                  <a:lnTo>
                    <a:pt x="42" y="261"/>
                  </a:lnTo>
                  <a:lnTo>
                    <a:pt x="44" y="257"/>
                  </a:lnTo>
                  <a:lnTo>
                    <a:pt x="46" y="253"/>
                  </a:lnTo>
                  <a:lnTo>
                    <a:pt x="50" y="251"/>
                  </a:lnTo>
                  <a:lnTo>
                    <a:pt x="52" y="245"/>
                  </a:lnTo>
                  <a:lnTo>
                    <a:pt x="54" y="243"/>
                  </a:lnTo>
                  <a:lnTo>
                    <a:pt x="56" y="237"/>
                  </a:lnTo>
                  <a:lnTo>
                    <a:pt x="61" y="232"/>
                  </a:lnTo>
                  <a:lnTo>
                    <a:pt x="63" y="230"/>
                  </a:lnTo>
                  <a:lnTo>
                    <a:pt x="65" y="224"/>
                  </a:lnTo>
                  <a:lnTo>
                    <a:pt x="67" y="222"/>
                  </a:lnTo>
                  <a:lnTo>
                    <a:pt x="71" y="216"/>
                  </a:lnTo>
                  <a:lnTo>
                    <a:pt x="73" y="214"/>
                  </a:lnTo>
                  <a:lnTo>
                    <a:pt x="77" y="210"/>
                  </a:lnTo>
                  <a:lnTo>
                    <a:pt x="77" y="206"/>
                  </a:lnTo>
                  <a:lnTo>
                    <a:pt x="83" y="200"/>
                  </a:lnTo>
                  <a:lnTo>
                    <a:pt x="83" y="200"/>
                  </a:lnTo>
                  <a:lnTo>
                    <a:pt x="87" y="191"/>
                  </a:lnTo>
                  <a:lnTo>
                    <a:pt x="87" y="191"/>
                  </a:lnTo>
                  <a:lnTo>
                    <a:pt x="93" y="185"/>
                  </a:lnTo>
                  <a:lnTo>
                    <a:pt x="95" y="183"/>
                  </a:lnTo>
                  <a:lnTo>
                    <a:pt x="102" y="179"/>
                  </a:lnTo>
                  <a:lnTo>
                    <a:pt x="112" y="169"/>
                  </a:lnTo>
                  <a:lnTo>
                    <a:pt x="112" y="169"/>
                  </a:lnTo>
                  <a:lnTo>
                    <a:pt x="114" y="165"/>
                  </a:lnTo>
                  <a:lnTo>
                    <a:pt x="116" y="163"/>
                  </a:lnTo>
                  <a:lnTo>
                    <a:pt x="118" y="160"/>
                  </a:lnTo>
                  <a:lnTo>
                    <a:pt x="122" y="158"/>
                  </a:lnTo>
                  <a:lnTo>
                    <a:pt x="126" y="152"/>
                  </a:lnTo>
                  <a:lnTo>
                    <a:pt x="128" y="150"/>
                  </a:lnTo>
                  <a:lnTo>
                    <a:pt x="139" y="140"/>
                  </a:lnTo>
                  <a:lnTo>
                    <a:pt x="145" y="134"/>
                  </a:lnTo>
                  <a:lnTo>
                    <a:pt x="145" y="134"/>
                  </a:lnTo>
                  <a:lnTo>
                    <a:pt x="149" y="130"/>
                  </a:lnTo>
                  <a:lnTo>
                    <a:pt x="149" y="130"/>
                  </a:lnTo>
                  <a:lnTo>
                    <a:pt x="155" y="123"/>
                  </a:lnTo>
                  <a:lnTo>
                    <a:pt x="157" y="121"/>
                  </a:lnTo>
                  <a:lnTo>
                    <a:pt x="163" y="117"/>
                  </a:lnTo>
                  <a:lnTo>
                    <a:pt x="174" y="109"/>
                  </a:lnTo>
                  <a:lnTo>
                    <a:pt x="176" y="107"/>
                  </a:lnTo>
                  <a:lnTo>
                    <a:pt x="178" y="103"/>
                  </a:lnTo>
                  <a:lnTo>
                    <a:pt x="180" y="101"/>
                  </a:lnTo>
                  <a:lnTo>
                    <a:pt x="184" y="99"/>
                  </a:lnTo>
                  <a:lnTo>
                    <a:pt x="188" y="97"/>
                  </a:lnTo>
                  <a:lnTo>
                    <a:pt x="188" y="97"/>
                  </a:lnTo>
                  <a:lnTo>
                    <a:pt x="194" y="93"/>
                  </a:lnTo>
                  <a:lnTo>
                    <a:pt x="196" y="91"/>
                  </a:lnTo>
                  <a:lnTo>
                    <a:pt x="200" y="88"/>
                  </a:lnTo>
                  <a:lnTo>
                    <a:pt x="204" y="86"/>
                  </a:lnTo>
                  <a:lnTo>
                    <a:pt x="209" y="80"/>
                  </a:lnTo>
                  <a:lnTo>
                    <a:pt x="211" y="80"/>
                  </a:lnTo>
                  <a:lnTo>
                    <a:pt x="219" y="76"/>
                  </a:lnTo>
                  <a:lnTo>
                    <a:pt x="219" y="76"/>
                  </a:lnTo>
                  <a:lnTo>
                    <a:pt x="227" y="70"/>
                  </a:lnTo>
                  <a:lnTo>
                    <a:pt x="227" y="70"/>
                  </a:lnTo>
                  <a:lnTo>
                    <a:pt x="235" y="68"/>
                  </a:lnTo>
                  <a:lnTo>
                    <a:pt x="237" y="68"/>
                  </a:lnTo>
                  <a:lnTo>
                    <a:pt x="241" y="66"/>
                  </a:lnTo>
                  <a:lnTo>
                    <a:pt x="246" y="62"/>
                  </a:lnTo>
                  <a:lnTo>
                    <a:pt x="250" y="60"/>
                  </a:lnTo>
                  <a:lnTo>
                    <a:pt x="258" y="58"/>
                  </a:lnTo>
                  <a:lnTo>
                    <a:pt x="258" y="58"/>
                  </a:lnTo>
                  <a:lnTo>
                    <a:pt x="262" y="56"/>
                  </a:lnTo>
                  <a:lnTo>
                    <a:pt x="268" y="51"/>
                  </a:lnTo>
                  <a:lnTo>
                    <a:pt x="272" y="49"/>
                  </a:lnTo>
                  <a:lnTo>
                    <a:pt x="276" y="47"/>
                  </a:lnTo>
                  <a:lnTo>
                    <a:pt x="281" y="45"/>
                  </a:lnTo>
                  <a:lnTo>
                    <a:pt x="283" y="41"/>
                  </a:lnTo>
                  <a:lnTo>
                    <a:pt x="289" y="39"/>
                  </a:lnTo>
                  <a:lnTo>
                    <a:pt x="291" y="39"/>
                  </a:lnTo>
                  <a:lnTo>
                    <a:pt x="299" y="37"/>
                  </a:lnTo>
                  <a:lnTo>
                    <a:pt x="301" y="37"/>
                  </a:lnTo>
                  <a:lnTo>
                    <a:pt x="309" y="35"/>
                  </a:lnTo>
                  <a:lnTo>
                    <a:pt x="309" y="35"/>
                  </a:lnTo>
                  <a:lnTo>
                    <a:pt x="318" y="31"/>
                  </a:lnTo>
                  <a:lnTo>
                    <a:pt x="320" y="31"/>
                  </a:lnTo>
                  <a:lnTo>
                    <a:pt x="328" y="29"/>
                  </a:lnTo>
                  <a:lnTo>
                    <a:pt x="330" y="29"/>
                  </a:lnTo>
                  <a:lnTo>
                    <a:pt x="338" y="27"/>
                  </a:lnTo>
                  <a:cubicBezTo>
                    <a:pt x="344" y="25"/>
                    <a:pt x="353" y="25"/>
                    <a:pt x="359" y="21"/>
                  </a:cubicBezTo>
                  <a:lnTo>
                    <a:pt x="361" y="21"/>
                  </a:lnTo>
                  <a:lnTo>
                    <a:pt x="365" y="21"/>
                  </a:lnTo>
                  <a:lnTo>
                    <a:pt x="373" y="21"/>
                  </a:lnTo>
                  <a:lnTo>
                    <a:pt x="375" y="21"/>
                  </a:lnTo>
                  <a:lnTo>
                    <a:pt x="379" y="21"/>
                  </a:lnTo>
                  <a:lnTo>
                    <a:pt x="361" y="0"/>
                  </a:lnTo>
                  <a:lnTo>
                    <a:pt x="363" y="0"/>
                  </a:lnTo>
                  <a:lnTo>
                    <a:pt x="371" y="0"/>
                  </a:lnTo>
                  <a:lnTo>
                    <a:pt x="373" y="0"/>
                  </a:lnTo>
                  <a:close/>
                </a:path>
              </a:pathLst>
            </a:custGeom>
            <a:solidFill>
              <a:srgbClr val="1B222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Google Shape;450;p28"/>
            <p:cNvSpPr/>
            <p:nvPr/>
          </p:nvSpPr>
          <p:spPr>
            <a:xfrm>
              <a:off x="1191357" y="3683393"/>
              <a:ext cx="567535" cy="387889"/>
            </a:xfrm>
            <a:custGeom>
              <a:avLst/>
              <a:gdLst/>
              <a:ahLst/>
              <a:cxnLst/>
              <a:rect l="l" t="t" r="r" b="b"/>
              <a:pathLst>
                <a:path w="11967" h="8179" extrusionOk="0">
                  <a:moveTo>
                    <a:pt x="327" y="979"/>
                  </a:moveTo>
                  <a:lnTo>
                    <a:pt x="10991" y="17"/>
                  </a:lnTo>
                  <a:cubicBezTo>
                    <a:pt x="11176" y="0"/>
                    <a:pt x="11345" y="138"/>
                    <a:pt x="11361" y="325"/>
                  </a:cubicBezTo>
                  <a:lnTo>
                    <a:pt x="11948" y="6829"/>
                  </a:lnTo>
                  <a:cubicBezTo>
                    <a:pt x="11966" y="7014"/>
                    <a:pt x="11826" y="7183"/>
                    <a:pt x="11639" y="7199"/>
                  </a:cubicBezTo>
                  <a:lnTo>
                    <a:pt x="975" y="8160"/>
                  </a:lnTo>
                  <a:cubicBezTo>
                    <a:pt x="790" y="8178"/>
                    <a:pt x="619" y="8038"/>
                    <a:pt x="605" y="7851"/>
                  </a:cubicBezTo>
                  <a:lnTo>
                    <a:pt x="19" y="1349"/>
                  </a:lnTo>
                  <a:cubicBezTo>
                    <a:pt x="0" y="1162"/>
                    <a:pt x="142" y="993"/>
                    <a:pt x="327" y="979"/>
                  </a:cubicBezTo>
                  <a:close/>
                </a:path>
              </a:pathLst>
            </a:custGeom>
            <a:solidFill>
              <a:srgbClr val="F8EF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Google Shape;451;p28"/>
            <p:cNvSpPr/>
            <p:nvPr/>
          </p:nvSpPr>
          <p:spPr>
            <a:xfrm>
              <a:off x="1192211" y="3683487"/>
              <a:ext cx="566349" cy="386324"/>
            </a:xfrm>
            <a:custGeom>
              <a:avLst/>
              <a:gdLst/>
              <a:ahLst/>
              <a:cxnLst/>
              <a:rect l="l" t="t" r="r" b="b"/>
              <a:pathLst>
                <a:path w="11942" h="8146" extrusionOk="0">
                  <a:moveTo>
                    <a:pt x="309" y="977"/>
                  </a:moveTo>
                  <a:lnTo>
                    <a:pt x="5409" y="4259"/>
                  </a:lnTo>
                  <a:cubicBezTo>
                    <a:pt x="5771" y="4493"/>
                    <a:pt x="6227" y="4452"/>
                    <a:pt x="6544" y="4156"/>
                  </a:cubicBezTo>
                  <a:lnTo>
                    <a:pt x="10973" y="15"/>
                  </a:lnTo>
                  <a:lnTo>
                    <a:pt x="10973" y="15"/>
                  </a:lnTo>
                  <a:cubicBezTo>
                    <a:pt x="11142" y="0"/>
                    <a:pt x="11296" y="113"/>
                    <a:pt x="11335" y="274"/>
                  </a:cubicBezTo>
                  <a:lnTo>
                    <a:pt x="9423" y="2065"/>
                  </a:lnTo>
                  <a:cubicBezTo>
                    <a:pt x="9073" y="2390"/>
                    <a:pt x="9030" y="2924"/>
                    <a:pt x="9320" y="3305"/>
                  </a:cubicBezTo>
                  <a:lnTo>
                    <a:pt x="11919" y="6694"/>
                  </a:lnTo>
                  <a:lnTo>
                    <a:pt x="11932" y="6831"/>
                  </a:lnTo>
                  <a:cubicBezTo>
                    <a:pt x="11942" y="6977"/>
                    <a:pt x="11860" y="7109"/>
                    <a:pt x="11734" y="7169"/>
                  </a:cubicBezTo>
                  <a:lnTo>
                    <a:pt x="9112" y="3747"/>
                  </a:lnTo>
                  <a:cubicBezTo>
                    <a:pt x="8948" y="3531"/>
                    <a:pt x="8724" y="3410"/>
                    <a:pt x="8452" y="3387"/>
                  </a:cubicBezTo>
                  <a:cubicBezTo>
                    <a:pt x="8181" y="3364"/>
                    <a:pt x="7940" y="3449"/>
                    <a:pt x="7743" y="3634"/>
                  </a:cubicBezTo>
                  <a:lnTo>
                    <a:pt x="6595" y="4707"/>
                  </a:lnTo>
                  <a:cubicBezTo>
                    <a:pt x="6279" y="4999"/>
                    <a:pt x="5822" y="5040"/>
                    <a:pt x="5460" y="4810"/>
                  </a:cubicBezTo>
                  <a:lnTo>
                    <a:pt x="3832" y="3763"/>
                  </a:lnTo>
                  <a:cubicBezTo>
                    <a:pt x="3593" y="3609"/>
                    <a:pt x="3326" y="3572"/>
                    <a:pt x="3056" y="3658"/>
                  </a:cubicBezTo>
                  <a:cubicBezTo>
                    <a:pt x="2787" y="3743"/>
                    <a:pt x="2586" y="3924"/>
                    <a:pt x="2474" y="4187"/>
                  </a:cubicBezTo>
                  <a:lnTo>
                    <a:pt x="827" y="8145"/>
                  </a:lnTo>
                  <a:cubicBezTo>
                    <a:pt x="700" y="8104"/>
                    <a:pt x="601" y="7991"/>
                    <a:pt x="589" y="7849"/>
                  </a:cubicBezTo>
                  <a:lnTo>
                    <a:pt x="568" y="7629"/>
                  </a:lnTo>
                  <a:lnTo>
                    <a:pt x="2232" y="3636"/>
                  </a:lnTo>
                  <a:cubicBezTo>
                    <a:pt x="2407" y="3218"/>
                    <a:pt x="2256" y="2745"/>
                    <a:pt x="1876" y="2501"/>
                  </a:cubicBezTo>
                  <a:lnTo>
                    <a:pt x="1" y="1294"/>
                  </a:lnTo>
                  <a:cubicBezTo>
                    <a:pt x="7" y="1131"/>
                    <a:pt x="138" y="991"/>
                    <a:pt x="309" y="977"/>
                  </a:cubicBezTo>
                  <a:close/>
                </a:path>
              </a:pathLst>
            </a:custGeom>
            <a:solidFill>
              <a:srgbClr val="1B222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Google Shape;452;p28"/>
            <p:cNvSpPr/>
            <p:nvPr/>
          </p:nvSpPr>
          <p:spPr>
            <a:xfrm>
              <a:off x="1242624" y="3451057"/>
              <a:ext cx="149057" cy="204070"/>
            </a:xfrm>
            <a:custGeom>
              <a:avLst/>
              <a:gdLst/>
              <a:ahLst/>
              <a:cxnLst/>
              <a:rect l="l" t="t" r="r" b="b"/>
              <a:pathLst>
                <a:path w="3143" h="4303" extrusionOk="0">
                  <a:moveTo>
                    <a:pt x="2433" y="3959"/>
                  </a:moveTo>
                  <a:cubicBezTo>
                    <a:pt x="2433" y="3959"/>
                    <a:pt x="1" y="2057"/>
                    <a:pt x="906" y="1029"/>
                  </a:cubicBezTo>
                  <a:cubicBezTo>
                    <a:pt x="1810" y="1"/>
                    <a:pt x="2584" y="1763"/>
                    <a:pt x="2863" y="2750"/>
                  </a:cubicBezTo>
                  <a:cubicBezTo>
                    <a:pt x="3143" y="3733"/>
                    <a:pt x="2964" y="4303"/>
                    <a:pt x="2433" y="395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453;p28"/>
            <p:cNvSpPr/>
            <p:nvPr/>
          </p:nvSpPr>
          <p:spPr>
            <a:xfrm>
              <a:off x="1398273" y="3495732"/>
              <a:ext cx="103434" cy="118657"/>
            </a:xfrm>
            <a:custGeom>
              <a:avLst/>
              <a:gdLst/>
              <a:ahLst/>
              <a:cxnLst/>
              <a:rect l="l" t="t" r="r" b="b"/>
              <a:pathLst>
                <a:path w="2181" h="2502" extrusionOk="0">
                  <a:moveTo>
                    <a:pt x="297" y="1956"/>
                  </a:moveTo>
                  <a:cubicBezTo>
                    <a:pt x="297" y="1956"/>
                    <a:pt x="1" y="1"/>
                    <a:pt x="1091" y="141"/>
                  </a:cubicBezTo>
                  <a:cubicBezTo>
                    <a:pt x="2180" y="282"/>
                    <a:pt x="1185" y="1718"/>
                    <a:pt x="910" y="2108"/>
                  </a:cubicBezTo>
                  <a:cubicBezTo>
                    <a:pt x="628" y="2501"/>
                    <a:pt x="299" y="2172"/>
                    <a:pt x="297" y="195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54" name="Google Shape;454;p28"/>
          <p:cNvGrpSpPr/>
          <p:nvPr/>
        </p:nvGrpSpPr>
        <p:grpSpPr>
          <a:xfrm rot="-10005687">
            <a:off x="7176473" y="640475"/>
            <a:ext cx="1900295" cy="1900078"/>
            <a:chOff x="277881" y="2901316"/>
            <a:chExt cx="1900344" cy="1900126"/>
          </a:xfrm>
        </p:grpSpPr>
        <p:sp>
          <p:nvSpPr>
            <p:cNvPr id="455" name="Google Shape;455;p28"/>
            <p:cNvSpPr/>
            <p:nvPr/>
          </p:nvSpPr>
          <p:spPr>
            <a:xfrm>
              <a:off x="402450" y="3248988"/>
              <a:ext cx="1354500" cy="1354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56" name="Google Shape;456;p28"/>
            <p:cNvGrpSpPr/>
            <p:nvPr/>
          </p:nvGrpSpPr>
          <p:grpSpPr>
            <a:xfrm rot="2322109">
              <a:off x="551788" y="3175815"/>
              <a:ext cx="1352529" cy="1351128"/>
              <a:chOff x="200055" y="3556746"/>
              <a:chExt cx="869964" cy="869063"/>
            </a:xfrm>
          </p:grpSpPr>
          <p:sp>
            <p:nvSpPr>
              <p:cNvPr id="457" name="Google Shape;457;p28"/>
              <p:cNvSpPr/>
              <p:nvPr/>
            </p:nvSpPr>
            <p:spPr>
              <a:xfrm>
                <a:off x="200055" y="3556746"/>
                <a:ext cx="868968" cy="868968"/>
              </a:xfrm>
              <a:custGeom>
                <a:avLst/>
                <a:gdLst/>
                <a:ahLst/>
                <a:cxnLst/>
                <a:rect l="l" t="t" r="r" b="b"/>
                <a:pathLst>
                  <a:path w="18323" h="18323" extrusionOk="0">
                    <a:moveTo>
                      <a:pt x="15639" y="2684"/>
                    </a:moveTo>
                    <a:cubicBezTo>
                      <a:pt x="17358" y="4401"/>
                      <a:pt x="18323" y="6731"/>
                      <a:pt x="18323" y="9162"/>
                    </a:cubicBezTo>
                    <a:cubicBezTo>
                      <a:pt x="18323" y="11590"/>
                      <a:pt x="17358" y="13920"/>
                      <a:pt x="15639" y="15639"/>
                    </a:cubicBezTo>
                    <a:cubicBezTo>
                      <a:pt x="13922" y="17356"/>
                      <a:pt x="11592" y="18323"/>
                      <a:pt x="9162" y="18323"/>
                    </a:cubicBezTo>
                    <a:cubicBezTo>
                      <a:pt x="6733" y="18323"/>
                      <a:pt x="4403" y="17356"/>
                      <a:pt x="2684" y="15639"/>
                    </a:cubicBezTo>
                    <a:cubicBezTo>
                      <a:pt x="967" y="13920"/>
                      <a:pt x="1" y="11590"/>
                      <a:pt x="1" y="9162"/>
                    </a:cubicBezTo>
                    <a:cubicBezTo>
                      <a:pt x="1" y="6731"/>
                      <a:pt x="967" y="4401"/>
                      <a:pt x="2684" y="2684"/>
                    </a:cubicBezTo>
                    <a:cubicBezTo>
                      <a:pt x="4403" y="965"/>
                      <a:pt x="6733" y="1"/>
                      <a:pt x="9162" y="1"/>
                    </a:cubicBezTo>
                    <a:cubicBezTo>
                      <a:pt x="11592" y="1"/>
                      <a:pt x="13922" y="965"/>
                      <a:pt x="15639" y="2684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8" name="Google Shape;458;p28"/>
              <p:cNvSpPr/>
              <p:nvPr/>
            </p:nvSpPr>
            <p:spPr>
              <a:xfrm>
                <a:off x="311314" y="3605499"/>
                <a:ext cx="474914" cy="486723"/>
              </a:xfrm>
              <a:custGeom>
                <a:avLst/>
                <a:gdLst/>
                <a:ahLst/>
                <a:cxnLst/>
                <a:rect l="l" t="t" r="r" b="b"/>
                <a:pathLst>
                  <a:path w="10014" h="10263" extrusionOk="0">
                    <a:moveTo>
                      <a:pt x="8596" y="30"/>
                    </a:moveTo>
                    <a:cubicBezTo>
                      <a:pt x="9008" y="54"/>
                      <a:pt x="9368" y="246"/>
                      <a:pt x="9620" y="536"/>
                    </a:cubicBezTo>
                    <a:cubicBezTo>
                      <a:pt x="9871" y="823"/>
                      <a:pt x="10013" y="1206"/>
                      <a:pt x="9986" y="1617"/>
                    </a:cubicBezTo>
                    <a:cubicBezTo>
                      <a:pt x="9962" y="2028"/>
                      <a:pt x="9769" y="2388"/>
                      <a:pt x="9481" y="2641"/>
                    </a:cubicBezTo>
                    <a:cubicBezTo>
                      <a:pt x="9193" y="2892"/>
                      <a:pt x="8810" y="3034"/>
                      <a:pt x="8401" y="3009"/>
                    </a:cubicBezTo>
                    <a:cubicBezTo>
                      <a:pt x="7990" y="2983"/>
                      <a:pt x="7630" y="2789"/>
                      <a:pt x="7379" y="2501"/>
                    </a:cubicBezTo>
                    <a:cubicBezTo>
                      <a:pt x="7126" y="2214"/>
                      <a:pt x="6984" y="1831"/>
                      <a:pt x="7011" y="1420"/>
                    </a:cubicBezTo>
                    <a:cubicBezTo>
                      <a:pt x="7036" y="1009"/>
                      <a:pt x="7229" y="649"/>
                      <a:pt x="7517" y="398"/>
                    </a:cubicBezTo>
                    <a:cubicBezTo>
                      <a:pt x="7805" y="145"/>
                      <a:pt x="8187" y="1"/>
                      <a:pt x="8596" y="30"/>
                    </a:cubicBezTo>
                    <a:close/>
                    <a:moveTo>
                      <a:pt x="3032" y="6968"/>
                    </a:moveTo>
                    <a:cubicBezTo>
                      <a:pt x="3482" y="6995"/>
                      <a:pt x="3879" y="7206"/>
                      <a:pt x="4155" y="7519"/>
                    </a:cubicBezTo>
                    <a:cubicBezTo>
                      <a:pt x="4432" y="7836"/>
                      <a:pt x="4587" y="8255"/>
                      <a:pt x="4558" y="8707"/>
                    </a:cubicBezTo>
                    <a:cubicBezTo>
                      <a:pt x="4531" y="9158"/>
                      <a:pt x="4319" y="9555"/>
                      <a:pt x="4007" y="9830"/>
                    </a:cubicBezTo>
                    <a:cubicBezTo>
                      <a:pt x="3690" y="10108"/>
                      <a:pt x="3270" y="10262"/>
                      <a:pt x="2818" y="10233"/>
                    </a:cubicBezTo>
                    <a:cubicBezTo>
                      <a:pt x="2368" y="10205"/>
                      <a:pt x="1971" y="9995"/>
                      <a:pt x="1695" y="9680"/>
                    </a:cubicBezTo>
                    <a:cubicBezTo>
                      <a:pt x="1418" y="9366"/>
                      <a:pt x="1263" y="8946"/>
                      <a:pt x="1292" y="8496"/>
                    </a:cubicBezTo>
                    <a:cubicBezTo>
                      <a:pt x="1319" y="8045"/>
                      <a:pt x="1531" y="7648"/>
                      <a:pt x="1843" y="7373"/>
                    </a:cubicBezTo>
                    <a:cubicBezTo>
                      <a:pt x="2160" y="7093"/>
                      <a:pt x="2582" y="6937"/>
                      <a:pt x="3032" y="6968"/>
                    </a:cubicBezTo>
                    <a:close/>
                    <a:moveTo>
                      <a:pt x="3949" y="7702"/>
                    </a:moveTo>
                    <a:cubicBezTo>
                      <a:pt x="3721" y="7441"/>
                      <a:pt x="3392" y="7268"/>
                      <a:pt x="3015" y="7241"/>
                    </a:cubicBezTo>
                    <a:cubicBezTo>
                      <a:pt x="2641" y="7217"/>
                      <a:pt x="2292" y="7348"/>
                      <a:pt x="2033" y="7576"/>
                    </a:cubicBezTo>
                    <a:cubicBezTo>
                      <a:pt x="1769" y="7805"/>
                      <a:pt x="1597" y="8134"/>
                      <a:pt x="1572" y="8510"/>
                    </a:cubicBezTo>
                    <a:cubicBezTo>
                      <a:pt x="1545" y="8884"/>
                      <a:pt x="1677" y="9234"/>
                      <a:pt x="1905" y="9493"/>
                    </a:cubicBezTo>
                    <a:cubicBezTo>
                      <a:pt x="2135" y="9756"/>
                      <a:pt x="2464" y="9929"/>
                      <a:pt x="2839" y="9954"/>
                    </a:cubicBezTo>
                    <a:cubicBezTo>
                      <a:pt x="3215" y="9980"/>
                      <a:pt x="3565" y="9849"/>
                      <a:pt x="3824" y="9621"/>
                    </a:cubicBezTo>
                    <a:cubicBezTo>
                      <a:pt x="4085" y="9390"/>
                      <a:pt x="4258" y="9061"/>
                      <a:pt x="4284" y="8687"/>
                    </a:cubicBezTo>
                    <a:cubicBezTo>
                      <a:pt x="4307" y="8313"/>
                      <a:pt x="4177" y="7965"/>
                      <a:pt x="3949" y="7702"/>
                    </a:cubicBezTo>
                    <a:close/>
                    <a:moveTo>
                      <a:pt x="1027" y="4124"/>
                    </a:moveTo>
                    <a:cubicBezTo>
                      <a:pt x="1288" y="4142"/>
                      <a:pt x="1518" y="4262"/>
                      <a:pt x="1679" y="4445"/>
                    </a:cubicBezTo>
                    <a:cubicBezTo>
                      <a:pt x="1841" y="4628"/>
                      <a:pt x="1932" y="4872"/>
                      <a:pt x="1913" y="5134"/>
                    </a:cubicBezTo>
                    <a:cubicBezTo>
                      <a:pt x="1895" y="5397"/>
                      <a:pt x="1776" y="5625"/>
                      <a:pt x="1592" y="5787"/>
                    </a:cubicBezTo>
                    <a:cubicBezTo>
                      <a:pt x="1409" y="5946"/>
                      <a:pt x="1165" y="6038"/>
                      <a:pt x="904" y="6022"/>
                    </a:cubicBezTo>
                    <a:cubicBezTo>
                      <a:pt x="640" y="6003"/>
                      <a:pt x="412" y="5882"/>
                      <a:pt x="254" y="5699"/>
                    </a:cubicBezTo>
                    <a:cubicBezTo>
                      <a:pt x="91" y="5516"/>
                      <a:pt x="1" y="5273"/>
                      <a:pt x="19" y="5010"/>
                    </a:cubicBezTo>
                    <a:cubicBezTo>
                      <a:pt x="36" y="4749"/>
                      <a:pt x="157" y="4519"/>
                      <a:pt x="340" y="4360"/>
                    </a:cubicBezTo>
                    <a:cubicBezTo>
                      <a:pt x="523" y="4196"/>
                      <a:pt x="768" y="4105"/>
                      <a:pt x="1027" y="4124"/>
                    </a:cubicBezTo>
                    <a:close/>
                    <a:moveTo>
                      <a:pt x="1471" y="4628"/>
                    </a:moveTo>
                    <a:cubicBezTo>
                      <a:pt x="1358" y="4496"/>
                      <a:pt x="1196" y="4412"/>
                      <a:pt x="1008" y="4399"/>
                    </a:cubicBezTo>
                    <a:cubicBezTo>
                      <a:pt x="823" y="4387"/>
                      <a:pt x="651" y="4451"/>
                      <a:pt x="521" y="4566"/>
                    </a:cubicBezTo>
                    <a:cubicBezTo>
                      <a:pt x="390" y="4679"/>
                      <a:pt x="305" y="4842"/>
                      <a:pt x="291" y="5029"/>
                    </a:cubicBezTo>
                    <a:cubicBezTo>
                      <a:pt x="278" y="5214"/>
                      <a:pt x="342" y="5389"/>
                      <a:pt x="455" y="5518"/>
                    </a:cubicBezTo>
                    <a:cubicBezTo>
                      <a:pt x="568" y="5646"/>
                      <a:pt x="733" y="5734"/>
                      <a:pt x="918" y="5746"/>
                    </a:cubicBezTo>
                    <a:cubicBezTo>
                      <a:pt x="1103" y="5759"/>
                      <a:pt x="1278" y="5695"/>
                      <a:pt x="1407" y="5582"/>
                    </a:cubicBezTo>
                    <a:cubicBezTo>
                      <a:pt x="1535" y="5469"/>
                      <a:pt x="1623" y="5304"/>
                      <a:pt x="1636" y="5119"/>
                    </a:cubicBezTo>
                    <a:cubicBezTo>
                      <a:pt x="1648" y="4928"/>
                      <a:pt x="1584" y="4757"/>
                      <a:pt x="1471" y="4628"/>
                    </a:cubicBezTo>
                    <a:close/>
                    <a:moveTo>
                      <a:pt x="8578" y="305"/>
                    </a:moveTo>
                    <a:cubicBezTo>
                      <a:pt x="8245" y="285"/>
                      <a:pt x="7930" y="400"/>
                      <a:pt x="7700" y="603"/>
                    </a:cubicBezTo>
                    <a:cubicBezTo>
                      <a:pt x="7465" y="809"/>
                      <a:pt x="7311" y="1101"/>
                      <a:pt x="7289" y="1436"/>
                    </a:cubicBezTo>
                    <a:cubicBezTo>
                      <a:pt x="7268" y="1769"/>
                      <a:pt x="7383" y="2080"/>
                      <a:pt x="7587" y="2314"/>
                    </a:cubicBezTo>
                    <a:cubicBezTo>
                      <a:pt x="7790" y="2549"/>
                      <a:pt x="8084" y="2703"/>
                      <a:pt x="8420" y="2726"/>
                    </a:cubicBezTo>
                    <a:cubicBezTo>
                      <a:pt x="8753" y="2746"/>
                      <a:pt x="9065" y="2631"/>
                      <a:pt x="9298" y="2427"/>
                    </a:cubicBezTo>
                    <a:cubicBezTo>
                      <a:pt x="9532" y="2224"/>
                      <a:pt x="9686" y="1930"/>
                      <a:pt x="9709" y="1595"/>
                    </a:cubicBezTo>
                    <a:cubicBezTo>
                      <a:pt x="9756" y="926"/>
                      <a:pt x="9250" y="348"/>
                      <a:pt x="8578" y="305"/>
                    </a:cubicBezTo>
                    <a:close/>
                  </a:path>
                </a:pathLst>
              </a:custGeom>
              <a:solidFill>
                <a:srgbClr val="FF9BD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9" name="Google Shape;459;p28"/>
              <p:cNvSpPr/>
              <p:nvPr/>
            </p:nvSpPr>
            <p:spPr>
              <a:xfrm>
                <a:off x="270576" y="3701013"/>
                <a:ext cx="799443" cy="724796"/>
              </a:xfrm>
              <a:custGeom>
                <a:avLst/>
                <a:gdLst/>
                <a:ahLst/>
                <a:cxnLst/>
                <a:rect l="l" t="t" r="r" b="b"/>
                <a:pathLst>
                  <a:path w="16857" h="15283" extrusionOk="0">
                    <a:moveTo>
                      <a:pt x="14493" y="0"/>
                    </a:moveTo>
                    <a:cubicBezTo>
                      <a:pt x="15653" y="1289"/>
                      <a:pt x="16445" y="2904"/>
                      <a:pt x="16725" y="4676"/>
                    </a:cubicBezTo>
                    <a:cubicBezTo>
                      <a:pt x="16272" y="4697"/>
                      <a:pt x="15859" y="4874"/>
                      <a:pt x="15534" y="5159"/>
                    </a:cubicBezTo>
                    <a:cubicBezTo>
                      <a:pt x="15160" y="5488"/>
                      <a:pt x="14911" y="5961"/>
                      <a:pt x="14874" y="6498"/>
                    </a:cubicBezTo>
                    <a:cubicBezTo>
                      <a:pt x="14839" y="7035"/>
                      <a:pt x="15026" y="7537"/>
                      <a:pt x="15355" y="7911"/>
                    </a:cubicBezTo>
                    <a:cubicBezTo>
                      <a:pt x="15645" y="8244"/>
                      <a:pt x="16048" y="8476"/>
                      <a:pt x="16509" y="8552"/>
                    </a:cubicBezTo>
                    <a:cubicBezTo>
                      <a:pt x="15478" y="12311"/>
                      <a:pt x="12131" y="15053"/>
                      <a:pt x="8187" y="15266"/>
                    </a:cubicBezTo>
                    <a:cubicBezTo>
                      <a:pt x="8195" y="15201"/>
                      <a:pt x="8201" y="15139"/>
                      <a:pt x="8207" y="15075"/>
                    </a:cubicBezTo>
                    <a:cubicBezTo>
                      <a:pt x="8244" y="14479"/>
                      <a:pt x="8039" y="13926"/>
                      <a:pt x="7677" y="13510"/>
                    </a:cubicBezTo>
                    <a:cubicBezTo>
                      <a:pt x="7313" y="13093"/>
                      <a:pt x="6790" y="12819"/>
                      <a:pt x="6196" y="12780"/>
                    </a:cubicBezTo>
                    <a:cubicBezTo>
                      <a:pt x="5602" y="12741"/>
                      <a:pt x="5047" y="12947"/>
                      <a:pt x="4631" y="13309"/>
                    </a:cubicBezTo>
                    <a:cubicBezTo>
                      <a:pt x="4288" y="13611"/>
                      <a:pt x="4043" y="14016"/>
                      <a:pt x="3942" y="14485"/>
                    </a:cubicBezTo>
                    <a:cubicBezTo>
                      <a:pt x="2320" y="13759"/>
                      <a:pt x="954" y="12583"/>
                      <a:pt x="0" y="11117"/>
                    </a:cubicBezTo>
                    <a:cubicBezTo>
                      <a:pt x="3899" y="11551"/>
                      <a:pt x="5402" y="10839"/>
                      <a:pt x="6829" y="7921"/>
                    </a:cubicBezTo>
                    <a:cubicBezTo>
                      <a:pt x="8343" y="4826"/>
                      <a:pt x="11113" y="8604"/>
                      <a:pt x="12322" y="3691"/>
                    </a:cubicBezTo>
                    <a:cubicBezTo>
                      <a:pt x="12892" y="1372"/>
                      <a:pt x="13749" y="391"/>
                      <a:pt x="14493" y="0"/>
                    </a:cubicBezTo>
                    <a:close/>
                    <a:moveTo>
                      <a:pt x="16764" y="4954"/>
                    </a:moveTo>
                    <a:cubicBezTo>
                      <a:pt x="16365" y="4966"/>
                      <a:pt x="16001" y="5120"/>
                      <a:pt x="15717" y="5367"/>
                    </a:cubicBezTo>
                    <a:cubicBezTo>
                      <a:pt x="15396" y="5649"/>
                      <a:pt x="15180" y="6056"/>
                      <a:pt x="15151" y="6513"/>
                    </a:cubicBezTo>
                    <a:cubicBezTo>
                      <a:pt x="15123" y="6973"/>
                      <a:pt x="15283" y="7403"/>
                      <a:pt x="15563" y="7724"/>
                    </a:cubicBezTo>
                    <a:cubicBezTo>
                      <a:pt x="15818" y="8014"/>
                      <a:pt x="16171" y="8217"/>
                      <a:pt x="16579" y="8277"/>
                    </a:cubicBezTo>
                    <a:cubicBezTo>
                      <a:pt x="16700" y="7771"/>
                      <a:pt x="16782" y="7251"/>
                      <a:pt x="16815" y="6714"/>
                    </a:cubicBezTo>
                    <a:cubicBezTo>
                      <a:pt x="16856" y="6118"/>
                      <a:pt x="16838" y="5528"/>
                      <a:pt x="16764" y="4954"/>
                    </a:cubicBezTo>
                    <a:close/>
                    <a:moveTo>
                      <a:pt x="7905" y="15277"/>
                    </a:moveTo>
                    <a:cubicBezTo>
                      <a:pt x="7919" y="15205"/>
                      <a:pt x="7930" y="15133"/>
                      <a:pt x="7932" y="15055"/>
                    </a:cubicBezTo>
                    <a:cubicBezTo>
                      <a:pt x="7965" y="14536"/>
                      <a:pt x="7786" y="14053"/>
                      <a:pt x="7469" y="13693"/>
                    </a:cubicBezTo>
                    <a:cubicBezTo>
                      <a:pt x="7150" y="13329"/>
                      <a:pt x="6696" y="13091"/>
                      <a:pt x="6178" y="13056"/>
                    </a:cubicBezTo>
                    <a:cubicBezTo>
                      <a:pt x="5659" y="13021"/>
                      <a:pt x="5176" y="13200"/>
                      <a:pt x="4816" y="13518"/>
                    </a:cubicBezTo>
                    <a:cubicBezTo>
                      <a:pt x="4506" y="13790"/>
                      <a:pt x="4284" y="14164"/>
                      <a:pt x="4208" y="14594"/>
                    </a:cubicBezTo>
                    <a:cubicBezTo>
                      <a:pt x="5098" y="14960"/>
                      <a:pt x="6064" y="15190"/>
                      <a:pt x="7082" y="15258"/>
                    </a:cubicBezTo>
                    <a:cubicBezTo>
                      <a:pt x="7358" y="15279"/>
                      <a:pt x="7633" y="15283"/>
                      <a:pt x="7905" y="15277"/>
                    </a:cubicBezTo>
                    <a:close/>
                  </a:path>
                </a:pathLst>
              </a:custGeom>
              <a:solidFill>
                <a:srgbClr val="FF9BD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0" name="Google Shape;460;p28"/>
              <p:cNvSpPr/>
              <p:nvPr/>
            </p:nvSpPr>
            <p:spPr>
              <a:xfrm>
                <a:off x="731547" y="4048069"/>
                <a:ext cx="85887" cy="85697"/>
              </a:xfrm>
              <a:custGeom>
                <a:avLst/>
                <a:gdLst/>
                <a:ahLst/>
                <a:cxnLst/>
                <a:rect l="l" t="t" r="r" b="b"/>
                <a:pathLst>
                  <a:path w="1811" h="1807" extrusionOk="0">
                    <a:moveTo>
                      <a:pt x="961" y="31"/>
                    </a:moveTo>
                    <a:cubicBezTo>
                      <a:pt x="1442" y="64"/>
                      <a:pt x="1810" y="478"/>
                      <a:pt x="1777" y="959"/>
                    </a:cubicBezTo>
                    <a:cubicBezTo>
                      <a:pt x="1747" y="1440"/>
                      <a:pt x="1329" y="1806"/>
                      <a:pt x="848" y="1773"/>
                    </a:cubicBezTo>
                    <a:cubicBezTo>
                      <a:pt x="369" y="1740"/>
                      <a:pt x="1" y="1327"/>
                      <a:pt x="34" y="846"/>
                    </a:cubicBezTo>
                    <a:cubicBezTo>
                      <a:pt x="64" y="365"/>
                      <a:pt x="482" y="1"/>
                      <a:pt x="961" y="3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461" name="Google Shape;461;p28"/>
          <p:cNvSpPr/>
          <p:nvPr/>
        </p:nvSpPr>
        <p:spPr>
          <a:xfrm rot="-9721048">
            <a:off x="7249053" y="670182"/>
            <a:ext cx="683619" cy="683792"/>
          </a:xfrm>
          <a:custGeom>
            <a:avLst/>
            <a:gdLst/>
            <a:ahLst/>
            <a:cxnLst/>
            <a:rect l="l" t="t" r="r" b="b"/>
            <a:pathLst>
              <a:path w="6293" h="6294" extrusionOk="0">
                <a:moveTo>
                  <a:pt x="6293" y="3147"/>
                </a:moveTo>
                <a:cubicBezTo>
                  <a:pt x="6293" y="4885"/>
                  <a:pt x="4882" y="6293"/>
                  <a:pt x="3146" y="6293"/>
                </a:cubicBezTo>
                <a:cubicBezTo>
                  <a:pt x="1409" y="6293"/>
                  <a:pt x="0" y="4885"/>
                  <a:pt x="0" y="3147"/>
                </a:cubicBezTo>
                <a:cubicBezTo>
                  <a:pt x="0" y="1409"/>
                  <a:pt x="1409" y="1"/>
                  <a:pt x="3146" y="1"/>
                </a:cubicBezTo>
                <a:cubicBezTo>
                  <a:pt x="4882" y="1"/>
                  <a:pt x="6293" y="1409"/>
                  <a:pt x="6293" y="31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2" name="Google Shape;462;p28"/>
          <p:cNvSpPr/>
          <p:nvPr/>
        </p:nvSpPr>
        <p:spPr>
          <a:xfrm rot="-9720997">
            <a:off x="8465674" y="2411364"/>
            <a:ext cx="320672" cy="320768"/>
          </a:xfrm>
          <a:custGeom>
            <a:avLst/>
            <a:gdLst/>
            <a:ahLst/>
            <a:cxnLst/>
            <a:rect l="l" t="t" r="r" b="b"/>
            <a:pathLst>
              <a:path w="6293" h="6294" extrusionOk="0">
                <a:moveTo>
                  <a:pt x="6293" y="3147"/>
                </a:moveTo>
                <a:cubicBezTo>
                  <a:pt x="6293" y="4885"/>
                  <a:pt x="4882" y="6293"/>
                  <a:pt x="3146" y="6293"/>
                </a:cubicBezTo>
                <a:cubicBezTo>
                  <a:pt x="1409" y="6293"/>
                  <a:pt x="0" y="4885"/>
                  <a:pt x="0" y="3147"/>
                </a:cubicBezTo>
                <a:cubicBezTo>
                  <a:pt x="0" y="1409"/>
                  <a:pt x="1409" y="1"/>
                  <a:pt x="3146" y="1"/>
                </a:cubicBezTo>
                <a:cubicBezTo>
                  <a:pt x="4882" y="1"/>
                  <a:pt x="6293" y="1409"/>
                  <a:pt x="6293" y="3147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3" name="Google Shape;463;p28"/>
          <p:cNvSpPr/>
          <p:nvPr/>
        </p:nvSpPr>
        <p:spPr>
          <a:xfrm rot="-9721047">
            <a:off x="7855628" y="2590821"/>
            <a:ext cx="146813" cy="146852"/>
          </a:xfrm>
          <a:custGeom>
            <a:avLst/>
            <a:gdLst/>
            <a:ahLst/>
            <a:cxnLst/>
            <a:rect l="l" t="t" r="r" b="b"/>
            <a:pathLst>
              <a:path w="6293" h="6294" extrusionOk="0">
                <a:moveTo>
                  <a:pt x="6293" y="3147"/>
                </a:moveTo>
                <a:cubicBezTo>
                  <a:pt x="6293" y="4885"/>
                  <a:pt x="4882" y="6293"/>
                  <a:pt x="3146" y="6293"/>
                </a:cubicBezTo>
                <a:cubicBezTo>
                  <a:pt x="1409" y="6293"/>
                  <a:pt x="0" y="4885"/>
                  <a:pt x="0" y="3147"/>
                </a:cubicBezTo>
                <a:cubicBezTo>
                  <a:pt x="0" y="1409"/>
                  <a:pt x="1409" y="1"/>
                  <a:pt x="3146" y="1"/>
                </a:cubicBezTo>
                <a:cubicBezTo>
                  <a:pt x="4882" y="1"/>
                  <a:pt x="6293" y="1409"/>
                  <a:pt x="6293" y="3147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4" name="Google Shape;464;p28"/>
          <p:cNvSpPr/>
          <p:nvPr/>
        </p:nvSpPr>
        <p:spPr>
          <a:xfrm rot="-9721073">
            <a:off x="6906618" y="951315"/>
            <a:ext cx="121490" cy="121524"/>
          </a:xfrm>
          <a:custGeom>
            <a:avLst/>
            <a:gdLst/>
            <a:ahLst/>
            <a:cxnLst/>
            <a:rect l="l" t="t" r="r" b="b"/>
            <a:pathLst>
              <a:path w="6293" h="6294" extrusionOk="0">
                <a:moveTo>
                  <a:pt x="6293" y="3147"/>
                </a:moveTo>
                <a:cubicBezTo>
                  <a:pt x="6293" y="4885"/>
                  <a:pt x="4882" y="6293"/>
                  <a:pt x="3146" y="6293"/>
                </a:cubicBezTo>
                <a:cubicBezTo>
                  <a:pt x="1409" y="6293"/>
                  <a:pt x="0" y="4885"/>
                  <a:pt x="0" y="3147"/>
                </a:cubicBezTo>
                <a:cubicBezTo>
                  <a:pt x="0" y="1409"/>
                  <a:pt x="1409" y="1"/>
                  <a:pt x="3146" y="1"/>
                </a:cubicBezTo>
                <a:cubicBezTo>
                  <a:pt x="4882" y="1"/>
                  <a:pt x="6293" y="1409"/>
                  <a:pt x="6293" y="3147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5" name="Google Shape;465;p28"/>
          <p:cNvSpPr txBox="1"/>
          <p:nvPr/>
        </p:nvSpPr>
        <p:spPr>
          <a:xfrm>
            <a:off x="2638875" y="3554025"/>
            <a:ext cx="3866700" cy="72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CREDITS:</a:t>
            </a:r>
            <a:r>
              <a:rPr lang="en" sz="120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 This presentation template was created by </a:t>
            </a:r>
            <a:r>
              <a:rPr lang="en" sz="1200" b="1">
                <a:solidFill>
                  <a:schemeClr val="dk1"/>
                </a:solidFill>
                <a:uFill>
                  <a:noFill/>
                </a:uFill>
                <a:latin typeface="Cabin"/>
                <a:ea typeface="Cabin"/>
                <a:cs typeface="Cabin"/>
                <a:sym typeface="Cabin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200" b="1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,</a:t>
            </a:r>
            <a:r>
              <a:rPr lang="en" sz="120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 including icons by </a:t>
            </a:r>
            <a:r>
              <a:rPr lang="en" sz="1200" b="1">
                <a:solidFill>
                  <a:schemeClr val="dk1"/>
                </a:solidFill>
                <a:uFill>
                  <a:noFill/>
                </a:uFill>
                <a:latin typeface="Cabin"/>
                <a:ea typeface="Cabin"/>
                <a:cs typeface="Cabin"/>
                <a:sym typeface="Cabin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200" b="1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,</a:t>
            </a:r>
            <a:r>
              <a:rPr lang="en" sz="120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 and infographics &amp; images by </a:t>
            </a:r>
            <a:r>
              <a:rPr lang="en" sz="1200" b="1">
                <a:solidFill>
                  <a:schemeClr val="dk1"/>
                </a:solidFill>
                <a:uFill>
                  <a:noFill/>
                </a:uFill>
                <a:latin typeface="Cabin"/>
                <a:ea typeface="Cabin"/>
                <a:cs typeface="Cabin"/>
                <a:sym typeface="Cabin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1200" b="1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29"/>
          <p:cNvSpPr/>
          <p:nvPr/>
        </p:nvSpPr>
        <p:spPr>
          <a:xfrm>
            <a:off x="520575" y="819150"/>
            <a:ext cx="8079900" cy="3898800"/>
          </a:xfrm>
          <a:prstGeom prst="roundRect">
            <a:avLst>
              <a:gd name="adj" fmla="val 3542"/>
            </a:avLst>
          </a:prstGeom>
          <a:solidFill>
            <a:srgbClr val="88A6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68" name="Google Shape;468;p29"/>
          <p:cNvGrpSpPr/>
          <p:nvPr/>
        </p:nvGrpSpPr>
        <p:grpSpPr>
          <a:xfrm>
            <a:off x="520563" y="326550"/>
            <a:ext cx="8079900" cy="426900"/>
            <a:chOff x="552450" y="401675"/>
            <a:chExt cx="8079900" cy="426900"/>
          </a:xfrm>
        </p:grpSpPr>
        <p:sp>
          <p:nvSpPr>
            <p:cNvPr id="469" name="Google Shape;469;p29"/>
            <p:cNvSpPr/>
            <p:nvPr/>
          </p:nvSpPr>
          <p:spPr>
            <a:xfrm>
              <a:off x="552450" y="401675"/>
              <a:ext cx="8079900" cy="426900"/>
            </a:xfrm>
            <a:prstGeom prst="roundRect">
              <a:avLst>
                <a:gd name="adj" fmla="val 22312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470;p29"/>
            <p:cNvSpPr/>
            <p:nvPr/>
          </p:nvSpPr>
          <p:spPr>
            <a:xfrm>
              <a:off x="720000" y="518729"/>
              <a:ext cx="195095" cy="195109"/>
            </a:xfrm>
            <a:custGeom>
              <a:avLst/>
              <a:gdLst/>
              <a:ahLst/>
              <a:cxnLst/>
              <a:rect l="l" t="t" r="r" b="b"/>
              <a:pathLst>
                <a:path w="2829" h="2829" extrusionOk="0">
                  <a:moveTo>
                    <a:pt x="2828" y="1413"/>
                  </a:moveTo>
                  <a:cubicBezTo>
                    <a:pt x="2828" y="2195"/>
                    <a:pt x="2197" y="2828"/>
                    <a:pt x="1416" y="2828"/>
                  </a:cubicBezTo>
                  <a:cubicBezTo>
                    <a:pt x="634" y="2828"/>
                    <a:pt x="1" y="2195"/>
                    <a:pt x="1" y="1413"/>
                  </a:cubicBezTo>
                  <a:cubicBezTo>
                    <a:pt x="1" y="632"/>
                    <a:pt x="634" y="1"/>
                    <a:pt x="1416" y="1"/>
                  </a:cubicBezTo>
                  <a:cubicBezTo>
                    <a:pt x="2197" y="1"/>
                    <a:pt x="2828" y="632"/>
                    <a:pt x="2828" y="1413"/>
                  </a:cubicBezTo>
                  <a:close/>
                </a:path>
              </a:pathLst>
            </a:custGeom>
            <a:solidFill>
              <a:srgbClr val="EB535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Google Shape;471;p29"/>
            <p:cNvSpPr/>
            <p:nvPr/>
          </p:nvSpPr>
          <p:spPr>
            <a:xfrm>
              <a:off x="1080398" y="518729"/>
              <a:ext cx="195026" cy="195109"/>
            </a:xfrm>
            <a:custGeom>
              <a:avLst/>
              <a:gdLst/>
              <a:ahLst/>
              <a:cxnLst/>
              <a:rect l="l" t="t" r="r" b="b"/>
              <a:pathLst>
                <a:path w="2828" h="2829" extrusionOk="0">
                  <a:moveTo>
                    <a:pt x="2828" y="1413"/>
                  </a:moveTo>
                  <a:cubicBezTo>
                    <a:pt x="2828" y="2195"/>
                    <a:pt x="2194" y="2828"/>
                    <a:pt x="1413" y="2828"/>
                  </a:cubicBezTo>
                  <a:cubicBezTo>
                    <a:pt x="631" y="2828"/>
                    <a:pt x="0" y="2195"/>
                    <a:pt x="0" y="1413"/>
                  </a:cubicBezTo>
                  <a:cubicBezTo>
                    <a:pt x="0" y="632"/>
                    <a:pt x="631" y="1"/>
                    <a:pt x="1413" y="1"/>
                  </a:cubicBezTo>
                  <a:cubicBezTo>
                    <a:pt x="2194" y="1"/>
                    <a:pt x="2828" y="632"/>
                    <a:pt x="2828" y="1413"/>
                  </a:cubicBezTo>
                  <a:close/>
                </a:path>
              </a:pathLst>
            </a:custGeom>
            <a:solidFill>
              <a:srgbClr val="F8EF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29"/>
            <p:cNvSpPr/>
            <p:nvPr/>
          </p:nvSpPr>
          <p:spPr>
            <a:xfrm>
              <a:off x="1440175" y="518729"/>
              <a:ext cx="195026" cy="195109"/>
            </a:xfrm>
            <a:custGeom>
              <a:avLst/>
              <a:gdLst/>
              <a:ahLst/>
              <a:cxnLst/>
              <a:rect l="l" t="t" r="r" b="b"/>
              <a:pathLst>
                <a:path w="2828" h="2829" extrusionOk="0">
                  <a:moveTo>
                    <a:pt x="2827" y="1413"/>
                  </a:moveTo>
                  <a:cubicBezTo>
                    <a:pt x="2827" y="2195"/>
                    <a:pt x="2194" y="2828"/>
                    <a:pt x="1415" y="2828"/>
                  </a:cubicBezTo>
                  <a:cubicBezTo>
                    <a:pt x="633" y="2828"/>
                    <a:pt x="0" y="2195"/>
                    <a:pt x="0" y="1413"/>
                  </a:cubicBezTo>
                  <a:cubicBezTo>
                    <a:pt x="0" y="632"/>
                    <a:pt x="633" y="1"/>
                    <a:pt x="1415" y="1"/>
                  </a:cubicBezTo>
                  <a:cubicBezTo>
                    <a:pt x="2194" y="1"/>
                    <a:pt x="2827" y="632"/>
                    <a:pt x="2827" y="141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73" name="Google Shape;473;p29"/>
          <p:cNvGrpSpPr/>
          <p:nvPr/>
        </p:nvGrpSpPr>
        <p:grpSpPr>
          <a:xfrm rot="-697191">
            <a:off x="7107083" y="288061"/>
            <a:ext cx="1034120" cy="1034321"/>
            <a:chOff x="7764407" y="575481"/>
            <a:chExt cx="1308352" cy="1308606"/>
          </a:xfrm>
        </p:grpSpPr>
        <p:sp>
          <p:nvSpPr>
            <p:cNvPr id="474" name="Google Shape;474;p29"/>
            <p:cNvSpPr/>
            <p:nvPr/>
          </p:nvSpPr>
          <p:spPr>
            <a:xfrm>
              <a:off x="7943850" y="714375"/>
              <a:ext cx="1128900" cy="112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75" name="Google Shape;475;p29"/>
            <p:cNvGrpSpPr/>
            <p:nvPr/>
          </p:nvGrpSpPr>
          <p:grpSpPr>
            <a:xfrm rot="-846281">
              <a:off x="7879557" y="690583"/>
              <a:ext cx="1078052" cy="1078403"/>
              <a:chOff x="5759760" y="3433415"/>
              <a:chExt cx="583422" cy="583612"/>
            </a:xfrm>
          </p:grpSpPr>
          <p:sp>
            <p:nvSpPr>
              <p:cNvPr id="476" name="Google Shape;476;p29"/>
              <p:cNvSpPr/>
              <p:nvPr/>
            </p:nvSpPr>
            <p:spPr>
              <a:xfrm>
                <a:off x="5759760" y="3433415"/>
                <a:ext cx="583422" cy="583612"/>
              </a:xfrm>
              <a:custGeom>
                <a:avLst/>
                <a:gdLst/>
                <a:ahLst/>
                <a:cxnLst/>
                <a:rect l="l" t="t" r="r" b="b"/>
                <a:pathLst>
                  <a:path w="12302" h="12306" extrusionOk="0">
                    <a:moveTo>
                      <a:pt x="6540" y="217"/>
                    </a:moveTo>
                    <a:cubicBezTo>
                      <a:pt x="9818" y="430"/>
                      <a:pt x="12302" y="3262"/>
                      <a:pt x="12090" y="6542"/>
                    </a:cubicBezTo>
                    <a:cubicBezTo>
                      <a:pt x="11876" y="9820"/>
                      <a:pt x="9042" y="12306"/>
                      <a:pt x="5762" y="12092"/>
                    </a:cubicBezTo>
                    <a:cubicBezTo>
                      <a:pt x="2487" y="11878"/>
                      <a:pt x="1" y="9047"/>
                      <a:pt x="214" y="5767"/>
                    </a:cubicBezTo>
                    <a:cubicBezTo>
                      <a:pt x="426" y="2487"/>
                      <a:pt x="3260" y="1"/>
                      <a:pt x="6540" y="217"/>
                    </a:cubicBezTo>
                    <a:close/>
                  </a:path>
                </a:pathLst>
              </a:custGeom>
              <a:solidFill>
                <a:srgbClr val="F8EF5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7" name="Google Shape;477;p29"/>
              <p:cNvSpPr/>
              <p:nvPr/>
            </p:nvSpPr>
            <p:spPr>
              <a:xfrm>
                <a:off x="5834360" y="3463578"/>
                <a:ext cx="315613" cy="339421"/>
              </a:xfrm>
              <a:custGeom>
                <a:avLst/>
                <a:gdLst/>
                <a:ahLst/>
                <a:cxnLst/>
                <a:rect l="l" t="t" r="r" b="b"/>
                <a:pathLst>
                  <a:path w="6655" h="7157" extrusionOk="0">
                    <a:moveTo>
                      <a:pt x="5732" y="251"/>
                    </a:moveTo>
                    <a:cubicBezTo>
                      <a:pt x="5999" y="269"/>
                      <a:pt x="6233" y="393"/>
                      <a:pt x="6398" y="580"/>
                    </a:cubicBezTo>
                    <a:cubicBezTo>
                      <a:pt x="6562" y="769"/>
                      <a:pt x="6655" y="1016"/>
                      <a:pt x="6636" y="1283"/>
                    </a:cubicBezTo>
                    <a:cubicBezTo>
                      <a:pt x="6620" y="1551"/>
                      <a:pt x="6497" y="1783"/>
                      <a:pt x="6307" y="1947"/>
                    </a:cubicBezTo>
                    <a:cubicBezTo>
                      <a:pt x="6122" y="2112"/>
                      <a:pt x="5874" y="2205"/>
                      <a:pt x="5606" y="2188"/>
                    </a:cubicBezTo>
                    <a:cubicBezTo>
                      <a:pt x="5339" y="2170"/>
                      <a:pt x="5104" y="2046"/>
                      <a:pt x="4940" y="1859"/>
                    </a:cubicBezTo>
                    <a:cubicBezTo>
                      <a:pt x="4775" y="1674"/>
                      <a:pt x="4683" y="1423"/>
                      <a:pt x="4701" y="1156"/>
                    </a:cubicBezTo>
                    <a:cubicBezTo>
                      <a:pt x="4720" y="888"/>
                      <a:pt x="4843" y="656"/>
                      <a:pt x="5030" y="492"/>
                    </a:cubicBezTo>
                    <a:cubicBezTo>
                      <a:pt x="5216" y="329"/>
                      <a:pt x="5464" y="237"/>
                      <a:pt x="5732" y="251"/>
                    </a:cubicBezTo>
                    <a:close/>
                    <a:moveTo>
                      <a:pt x="1535" y="4298"/>
                    </a:moveTo>
                    <a:cubicBezTo>
                      <a:pt x="1925" y="4323"/>
                      <a:pt x="2271" y="4506"/>
                      <a:pt x="2509" y="4777"/>
                    </a:cubicBezTo>
                    <a:cubicBezTo>
                      <a:pt x="2748" y="5051"/>
                      <a:pt x="2884" y="5417"/>
                      <a:pt x="2859" y="5805"/>
                    </a:cubicBezTo>
                    <a:cubicBezTo>
                      <a:pt x="2832" y="6196"/>
                      <a:pt x="2651" y="6541"/>
                      <a:pt x="2378" y="6780"/>
                    </a:cubicBezTo>
                    <a:cubicBezTo>
                      <a:pt x="2106" y="7018"/>
                      <a:pt x="1740" y="7156"/>
                      <a:pt x="1350" y="7129"/>
                    </a:cubicBezTo>
                    <a:cubicBezTo>
                      <a:pt x="959" y="7105"/>
                      <a:pt x="616" y="6922"/>
                      <a:pt x="375" y="6650"/>
                    </a:cubicBezTo>
                    <a:cubicBezTo>
                      <a:pt x="136" y="6377"/>
                      <a:pt x="1" y="6009"/>
                      <a:pt x="25" y="5622"/>
                    </a:cubicBezTo>
                    <a:cubicBezTo>
                      <a:pt x="52" y="5231"/>
                      <a:pt x="235" y="4886"/>
                      <a:pt x="507" y="4647"/>
                    </a:cubicBezTo>
                    <a:cubicBezTo>
                      <a:pt x="780" y="4409"/>
                      <a:pt x="1144" y="4271"/>
                      <a:pt x="1535" y="4298"/>
                    </a:cubicBezTo>
                    <a:close/>
                    <a:moveTo>
                      <a:pt x="2333" y="4937"/>
                    </a:moveTo>
                    <a:cubicBezTo>
                      <a:pt x="2133" y="4711"/>
                      <a:pt x="1845" y="4559"/>
                      <a:pt x="1522" y="4538"/>
                    </a:cubicBezTo>
                    <a:cubicBezTo>
                      <a:pt x="1195" y="4518"/>
                      <a:pt x="893" y="4629"/>
                      <a:pt x="667" y="4830"/>
                    </a:cubicBezTo>
                    <a:cubicBezTo>
                      <a:pt x="441" y="5028"/>
                      <a:pt x="289" y="5316"/>
                      <a:pt x="268" y="5639"/>
                    </a:cubicBezTo>
                    <a:cubicBezTo>
                      <a:pt x="247" y="5966"/>
                      <a:pt x="358" y="6270"/>
                      <a:pt x="558" y="6496"/>
                    </a:cubicBezTo>
                    <a:cubicBezTo>
                      <a:pt x="759" y="6722"/>
                      <a:pt x="1043" y="6872"/>
                      <a:pt x="1368" y="6893"/>
                    </a:cubicBezTo>
                    <a:cubicBezTo>
                      <a:pt x="1695" y="6914"/>
                      <a:pt x="1997" y="6805"/>
                      <a:pt x="2224" y="6603"/>
                    </a:cubicBezTo>
                    <a:cubicBezTo>
                      <a:pt x="2452" y="6406"/>
                      <a:pt x="2602" y="6118"/>
                      <a:pt x="2622" y="5793"/>
                    </a:cubicBezTo>
                    <a:cubicBezTo>
                      <a:pt x="2643" y="5468"/>
                      <a:pt x="2530" y="5164"/>
                      <a:pt x="2333" y="4937"/>
                    </a:cubicBezTo>
                    <a:close/>
                    <a:moveTo>
                      <a:pt x="3468" y="12"/>
                    </a:moveTo>
                    <a:cubicBezTo>
                      <a:pt x="3638" y="23"/>
                      <a:pt x="3788" y="103"/>
                      <a:pt x="3891" y="220"/>
                    </a:cubicBezTo>
                    <a:cubicBezTo>
                      <a:pt x="3998" y="339"/>
                      <a:pt x="4056" y="498"/>
                      <a:pt x="4043" y="668"/>
                    </a:cubicBezTo>
                    <a:cubicBezTo>
                      <a:pt x="4033" y="837"/>
                      <a:pt x="3953" y="987"/>
                      <a:pt x="3836" y="1092"/>
                    </a:cubicBezTo>
                    <a:cubicBezTo>
                      <a:pt x="3716" y="1197"/>
                      <a:pt x="3558" y="1257"/>
                      <a:pt x="3387" y="1244"/>
                    </a:cubicBezTo>
                    <a:cubicBezTo>
                      <a:pt x="3219" y="1234"/>
                      <a:pt x="3069" y="1154"/>
                      <a:pt x="2964" y="1034"/>
                    </a:cubicBezTo>
                    <a:cubicBezTo>
                      <a:pt x="2859" y="917"/>
                      <a:pt x="2799" y="757"/>
                      <a:pt x="2812" y="588"/>
                    </a:cubicBezTo>
                    <a:cubicBezTo>
                      <a:pt x="2826" y="420"/>
                      <a:pt x="2902" y="269"/>
                      <a:pt x="3021" y="165"/>
                    </a:cubicBezTo>
                    <a:cubicBezTo>
                      <a:pt x="3139" y="60"/>
                      <a:pt x="3299" y="0"/>
                      <a:pt x="3468" y="12"/>
                    </a:cubicBezTo>
                    <a:close/>
                    <a:moveTo>
                      <a:pt x="3756" y="339"/>
                    </a:moveTo>
                    <a:cubicBezTo>
                      <a:pt x="3682" y="253"/>
                      <a:pt x="3577" y="198"/>
                      <a:pt x="3455" y="193"/>
                    </a:cubicBezTo>
                    <a:cubicBezTo>
                      <a:pt x="3334" y="185"/>
                      <a:pt x="3221" y="226"/>
                      <a:pt x="3139" y="300"/>
                    </a:cubicBezTo>
                    <a:cubicBezTo>
                      <a:pt x="3054" y="374"/>
                      <a:pt x="2997" y="481"/>
                      <a:pt x="2993" y="601"/>
                    </a:cubicBezTo>
                    <a:cubicBezTo>
                      <a:pt x="2984" y="722"/>
                      <a:pt x="3026" y="835"/>
                      <a:pt x="3100" y="917"/>
                    </a:cubicBezTo>
                    <a:cubicBezTo>
                      <a:pt x="3176" y="1002"/>
                      <a:pt x="3281" y="1055"/>
                      <a:pt x="3402" y="1063"/>
                    </a:cubicBezTo>
                    <a:cubicBezTo>
                      <a:pt x="3521" y="1071"/>
                      <a:pt x="3634" y="1030"/>
                      <a:pt x="3716" y="956"/>
                    </a:cubicBezTo>
                    <a:cubicBezTo>
                      <a:pt x="3803" y="882"/>
                      <a:pt x="3856" y="775"/>
                      <a:pt x="3865" y="656"/>
                    </a:cubicBezTo>
                    <a:cubicBezTo>
                      <a:pt x="3871" y="537"/>
                      <a:pt x="3830" y="424"/>
                      <a:pt x="3756" y="339"/>
                    </a:cubicBezTo>
                    <a:close/>
                    <a:moveTo>
                      <a:pt x="5719" y="432"/>
                    </a:moveTo>
                    <a:cubicBezTo>
                      <a:pt x="5503" y="415"/>
                      <a:pt x="5300" y="492"/>
                      <a:pt x="5150" y="627"/>
                    </a:cubicBezTo>
                    <a:cubicBezTo>
                      <a:pt x="4998" y="761"/>
                      <a:pt x="4895" y="950"/>
                      <a:pt x="4882" y="1170"/>
                    </a:cubicBezTo>
                    <a:cubicBezTo>
                      <a:pt x="4866" y="1386"/>
                      <a:pt x="4944" y="1588"/>
                      <a:pt x="5078" y="1740"/>
                    </a:cubicBezTo>
                    <a:cubicBezTo>
                      <a:pt x="5211" y="1892"/>
                      <a:pt x="5401" y="1995"/>
                      <a:pt x="5619" y="2007"/>
                    </a:cubicBezTo>
                    <a:cubicBezTo>
                      <a:pt x="5834" y="2024"/>
                      <a:pt x="6038" y="1945"/>
                      <a:pt x="6190" y="1812"/>
                    </a:cubicBezTo>
                    <a:cubicBezTo>
                      <a:pt x="6342" y="1678"/>
                      <a:pt x="6445" y="1487"/>
                      <a:pt x="6458" y="1269"/>
                    </a:cubicBezTo>
                    <a:cubicBezTo>
                      <a:pt x="6486" y="835"/>
                      <a:pt x="6157" y="459"/>
                      <a:pt x="5719" y="432"/>
                    </a:cubicBezTo>
                    <a:close/>
                  </a:path>
                </a:pathLst>
              </a:custGeom>
              <a:solidFill>
                <a:srgbClr val="FF9BD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8" name="Google Shape;478;p29"/>
              <p:cNvSpPr/>
              <p:nvPr/>
            </p:nvSpPr>
            <p:spPr>
              <a:xfrm>
                <a:off x="5815058" y="3536707"/>
                <a:ext cx="519161" cy="470788"/>
              </a:xfrm>
              <a:custGeom>
                <a:avLst/>
                <a:gdLst/>
                <a:ahLst/>
                <a:cxnLst/>
                <a:rect l="l" t="t" r="r" b="b"/>
                <a:pathLst>
                  <a:path w="10947" h="9927" extrusionOk="0">
                    <a:moveTo>
                      <a:pt x="9412" y="0"/>
                    </a:moveTo>
                    <a:cubicBezTo>
                      <a:pt x="10165" y="837"/>
                      <a:pt x="10679" y="1886"/>
                      <a:pt x="10860" y="3038"/>
                    </a:cubicBezTo>
                    <a:lnTo>
                      <a:pt x="10887" y="3219"/>
                    </a:lnTo>
                    <a:cubicBezTo>
                      <a:pt x="10934" y="3591"/>
                      <a:pt x="10946" y="3973"/>
                      <a:pt x="10922" y="4364"/>
                    </a:cubicBezTo>
                    <a:cubicBezTo>
                      <a:pt x="10899" y="4714"/>
                      <a:pt x="10848" y="5053"/>
                      <a:pt x="10768" y="5380"/>
                    </a:cubicBezTo>
                    <a:lnTo>
                      <a:pt x="10722" y="5555"/>
                    </a:lnTo>
                    <a:cubicBezTo>
                      <a:pt x="10054" y="7998"/>
                      <a:pt x="7878" y="9778"/>
                      <a:pt x="5316" y="9916"/>
                    </a:cubicBezTo>
                    <a:cubicBezTo>
                      <a:pt x="5324" y="9875"/>
                      <a:pt x="5326" y="9834"/>
                      <a:pt x="5328" y="9793"/>
                    </a:cubicBezTo>
                    <a:cubicBezTo>
                      <a:pt x="5355" y="9408"/>
                      <a:pt x="5222" y="9048"/>
                      <a:pt x="4985" y="8779"/>
                    </a:cubicBezTo>
                    <a:cubicBezTo>
                      <a:pt x="4749" y="8507"/>
                      <a:pt x="4409" y="8329"/>
                      <a:pt x="4023" y="8302"/>
                    </a:cubicBezTo>
                    <a:cubicBezTo>
                      <a:pt x="3638" y="8277"/>
                      <a:pt x="3278" y="8411"/>
                      <a:pt x="3009" y="8647"/>
                    </a:cubicBezTo>
                    <a:cubicBezTo>
                      <a:pt x="2785" y="8843"/>
                      <a:pt x="2626" y="9106"/>
                      <a:pt x="2561" y="9410"/>
                    </a:cubicBezTo>
                    <a:cubicBezTo>
                      <a:pt x="1508" y="8939"/>
                      <a:pt x="622" y="8174"/>
                      <a:pt x="0" y="7222"/>
                    </a:cubicBezTo>
                    <a:cubicBezTo>
                      <a:pt x="2532" y="7506"/>
                      <a:pt x="3509" y="7043"/>
                      <a:pt x="4434" y="5147"/>
                    </a:cubicBezTo>
                    <a:cubicBezTo>
                      <a:pt x="5417" y="3138"/>
                      <a:pt x="7218" y="5590"/>
                      <a:pt x="8004" y="2400"/>
                    </a:cubicBezTo>
                    <a:cubicBezTo>
                      <a:pt x="8370" y="893"/>
                      <a:pt x="8929" y="253"/>
                      <a:pt x="9412" y="0"/>
                    </a:cubicBezTo>
                    <a:close/>
                    <a:moveTo>
                      <a:pt x="5131" y="9922"/>
                    </a:moveTo>
                    <a:cubicBezTo>
                      <a:pt x="5139" y="9875"/>
                      <a:pt x="5148" y="9828"/>
                      <a:pt x="5150" y="9778"/>
                    </a:cubicBezTo>
                    <a:cubicBezTo>
                      <a:pt x="5170" y="9441"/>
                      <a:pt x="5055" y="9126"/>
                      <a:pt x="4849" y="8894"/>
                    </a:cubicBezTo>
                    <a:cubicBezTo>
                      <a:pt x="4644" y="8660"/>
                      <a:pt x="4348" y="8503"/>
                      <a:pt x="4010" y="8479"/>
                    </a:cubicBezTo>
                    <a:cubicBezTo>
                      <a:pt x="3673" y="8458"/>
                      <a:pt x="3361" y="8575"/>
                      <a:pt x="3124" y="8781"/>
                    </a:cubicBezTo>
                    <a:cubicBezTo>
                      <a:pt x="2921" y="8958"/>
                      <a:pt x="2777" y="9203"/>
                      <a:pt x="2729" y="9482"/>
                    </a:cubicBezTo>
                    <a:cubicBezTo>
                      <a:pt x="3309" y="9719"/>
                      <a:pt x="3936" y="9871"/>
                      <a:pt x="4594" y="9912"/>
                    </a:cubicBezTo>
                    <a:cubicBezTo>
                      <a:pt x="4777" y="9924"/>
                      <a:pt x="4954" y="9926"/>
                      <a:pt x="5131" y="9922"/>
                    </a:cubicBezTo>
                    <a:close/>
                  </a:path>
                </a:pathLst>
              </a:custGeom>
              <a:solidFill>
                <a:srgbClr val="FF9BD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9" name="Google Shape;479;p29"/>
              <p:cNvSpPr/>
              <p:nvPr/>
            </p:nvSpPr>
            <p:spPr>
              <a:xfrm>
                <a:off x="6114357" y="3762165"/>
                <a:ext cx="55724" cy="55630"/>
              </a:xfrm>
              <a:custGeom>
                <a:avLst/>
                <a:gdLst/>
                <a:ahLst/>
                <a:cxnLst/>
                <a:rect l="l" t="t" r="r" b="b"/>
                <a:pathLst>
                  <a:path w="1175" h="1173" extrusionOk="0">
                    <a:moveTo>
                      <a:pt x="626" y="19"/>
                    </a:moveTo>
                    <a:cubicBezTo>
                      <a:pt x="936" y="40"/>
                      <a:pt x="1175" y="309"/>
                      <a:pt x="1154" y="624"/>
                    </a:cubicBezTo>
                    <a:cubicBezTo>
                      <a:pt x="1133" y="934"/>
                      <a:pt x="864" y="1173"/>
                      <a:pt x="552" y="1152"/>
                    </a:cubicBezTo>
                    <a:cubicBezTo>
                      <a:pt x="237" y="1132"/>
                      <a:pt x="0" y="862"/>
                      <a:pt x="21" y="550"/>
                    </a:cubicBezTo>
                    <a:cubicBezTo>
                      <a:pt x="42" y="237"/>
                      <a:pt x="311" y="1"/>
                      <a:pt x="626" y="19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80" name="Google Shape;480;p29"/>
          <p:cNvGrpSpPr/>
          <p:nvPr/>
        </p:nvGrpSpPr>
        <p:grpSpPr>
          <a:xfrm rot="-697191">
            <a:off x="8087197" y="914503"/>
            <a:ext cx="673607" cy="673738"/>
            <a:chOff x="7764407" y="575481"/>
            <a:chExt cx="1308352" cy="1308606"/>
          </a:xfrm>
        </p:grpSpPr>
        <p:sp>
          <p:nvSpPr>
            <p:cNvPr id="481" name="Google Shape;481;p29"/>
            <p:cNvSpPr/>
            <p:nvPr/>
          </p:nvSpPr>
          <p:spPr>
            <a:xfrm>
              <a:off x="7943850" y="714375"/>
              <a:ext cx="1128900" cy="112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82" name="Google Shape;482;p29"/>
            <p:cNvGrpSpPr/>
            <p:nvPr/>
          </p:nvGrpSpPr>
          <p:grpSpPr>
            <a:xfrm rot="-846281">
              <a:off x="7879557" y="690583"/>
              <a:ext cx="1078052" cy="1078403"/>
              <a:chOff x="5759760" y="3433415"/>
              <a:chExt cx="583422" cy="583612"/>
            </a:xfrm>
          </p:grpSpPr>
          <p:sp>
            <p:nvSpPr>
              <p:cNvPr id="483" name="Google Shape;483;p29"/>
              <p:cNvSpPr/>
              <p:nvPr/>
            </p:nvSpPr>
            <p:spPr>
              <a:xfrm>
                <a:off x="5759760" y="3433415"/>
                <a:ext cx="583422" cy="583612"/>
              </a:xfrm>
              <a:custGeom>
                <a:avLst/>
                <a:gdLst/>
                <a:ahLst/>
                <a:cxnLst/>
                <a:rect l="l" t="t" r="r" b="b"/>
                <a:pathLst>
                  <a:path w="12302" h="12306" extrusionOk="0">
                    <a:moveTo>
                      <a:pt x="6540" y="217"/>
                    </a:moveTo>
                    <a:cubicBezTo>
                      <a:pt x="9818" y="430"/>
                      <a:pt x="12302" y="3262"/>
                      <a:pt x="12090" y="6542"/>
                    </a:cubicBezTo>
                    <a:cubicBezTo>
                      <a:pt x="11876" y="9820"/>
                      <a:pt x="9042" y="12306"/>
                      <a:pt x="5762" y="12092"/>
                    </a:cubicBezTo>
                    <a:cubicBezTo>
                      <a:pt x="2487" y="11878"/>
                      <a:pt x="1" y="9047"/>
                      <a:pt x="214" y="5767"/>
                    </a:cubicBezTo>
                    <a:cubicBezTo>
                      <a:pt x="426" y="2487"/>
                      <a:pt x="3260" y="1"/>
                      <a:pt x="6540" y="217"/>
                    </a:cubicBezTo>
                    <a:close/>
                  </a:path>
                </a:pathLst>
              </a:custGeom>
              <a:solidFill>
                <a:srgbClr val="F8EF5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4" name="Google Shape;484;p29"/>
              <p:cNvSpPr/>
              <p:nvPr/>
            </p:nvSpPr>
            <p:spPr>
              <a:xfrm>
                <a:off x="5834360" y="3463578"/>
                <a:ext cx="315613" cy="339421"/>
              </a:xfrm>
              <a:custGeom>
                <a:avLst/>
                <a:gdLst/>
                <a:ahLst/>
                <a:cxnLst/>
                <a:rect l="l" t="t" r="r" b="b"/>
                <a:pathLst>
                  <a:path w="6655" h="7157" extrusionOk="0">
                    <a:moveTo>
                      <a:pt x="5732" y="251"/>
                    </a:moveTo>
                    <a:cubicBezTo>
                      <a:pt x="5999" y="269"/>
                      <a:pt x="6233" y="393"/>
                      <a:pt x="6398" y="580"/>
                    </a:cubicBezTo>
                    <a:cubicBezTo>
                      <a:pt x="6562" y="769"/>
                      <a:pt x="6655" y="1016"/>
                      <a:pt x="6636" y="1283"/>
                    </a:cubicBezTo>
                    <a:cubicBezTo>
                      <a:pt x="6620" y="1551"/>
                      <a:pt x="6497" y="1783"/>
                      <a:pt x="6307" y="1947"/>
                    </a:cubicBezTo>
                    <a:cubicBezTo>
                      <a:pt x="6122" y="2112"/>
                      <a:pt x="5874" y="2205"/>
                      <a:pt x="5606" y="2188"/>
                    </a:cubicBezTo>
                    <a:cubicBezTo>
                      <a:pt x="5339" y="2170"/>
                      <a:pt x="5104" y="2046"/>
                      <a:pt x="4940" y="1859"/>
                    </a:cubicBezTo>
                    <a:cubicBezTo>
                      <a:pt x="4775" y="1674"/>
                      <a:pt x="4683" y="1423"/>
                      <a:pt x="4701" y="1156"/>
                    </a:cubicBezTo>
                    <a:cubicBezTo>
                      <a:pt x="4720" y="888"/>
                      <a:pt x="4843" y="656"/>
                      <a:pt x="5030" y="492"/>
                    </a:cubicBezTo>
                    <a:cubicBezTo>
                      <a:pt x="5216" y="329"/>
                      <a:pt x="5464" y="237"/>
                      <a:pt x="5732" y="251"/>
                    </a:cubicBezTo>
                    <a:close/>
                    <a:moveTo>
                      <a:pt x="1535" y="4298"/>
                    </a:moveTo>
                    <a:cubicBezTo>
                      <a:pt x="1925" y="4323"/>
                      <a:pt x="2271" y="4506"/>
                      <a:pt x="2509" y="4777"/>
                    </a:cubicBezTo>
                    <a:cubicBezTo>
                      <a:pt x="2748" y="5051"/>
                      <a:pt x="2884" y="5417"/>
                      <a:pt x="2859" y="5805"/>
                    </a:cubicBezTo>
                    <a:cubicBezTo>
                      <a:pt x="2832" y="6196"/>
                      <a:pt x="2651" y="6541"/>
                      <a:pt x="2378" y="6780"/>
                    </a:cubicBezTo>
                    <a:cubicBezTo>
                      <a:pt x="2106" y="7018"/>
                      <a:pt x="1740" y="7156"/>
                      <a:pt x="1350" y="7129"/>
                    </a:cubicBezTo>
                    <a:cubicBezTo>
                      <a:pt x="959" y="7105"/>
                      <a:pt x="616" y="6922"/>
                      <a:pt x="375" y="6650"/>
                    </a:cubicBezTo>
                    <a:cubicBezTo>
                      <a:pt x="136" y="6377"/>
                      <a:pt x="1" y="6009"/>
                      <a:pt x="25" y="5622"/>
                    </a:cubicBezTo>
                    <a:cubicBezTo>
                      <a:pt x="52" y="5231"/>
                      <a:pt x="235" y="4886"/>
                      <a:pt x="507" y="4647"/>
                    </a:cubicBezTo>
                    <a:cubicBezTo>
                      <a:pt x="780" y="4409"/>
                      <a:pt x="1144" y="4271"/>
                      <a:pt x="1535" y="4298"/>
                    </a:cubicBezTo>
                    <a:close/>
                    <a:moveTo>
                      <a:pt x="2333" y="4937"/>
                    </a:moveTo>
                    <a:cubicBezTo>
                      <a:pt x="2133" y="4711"/>
                      <a:pt x="1845" y="4559"/>
                      <a:pt x="1522" y="4538"/>
                    </a:cubicBezTo>
                    <a:cubicBezTo>
                      <a:pt x="1195" y="4518"/>
                      <a:pt x="893" y="4629"/>
                      <a:pt x="667" y="4830"/>
                    </a:cubicBezTo>
                    <a:cubicBezTo>
                      <a:pt x="441" y="5028"/>
                      <a:pt x="289" y="5316"/>
                      <a:pt x="268" y="5639"/>
                    </a:cubicBezTo>
                    <a:cubicBezTo>
                      <a:pt x="247" y="5966"/>
                      <a:pt x="358" y="6270"/>
                      <a:pt x="558" y="6496"/>
                    </a:cubicBezTo>
                    <a:cubicBezTo>
                      <a:pt x="759" y="6722"/>
                      <a:pt x="1043" y="6872"/>
                      <a:pt x="1368" y="6893"/>
                    </a:cubicBezTo>
                    <a:cubicBezTo>
                      <a:pt x="1695" y="6914"/>
                      <a:pt x="1997" y="6805"/>
                      <a:pt x="2224" y="6603"/>
                    </a:cubicBezTo>
                    <a:cubicBezTo>
                      <a:pt x="2452" y="6406"/>
                      <a:pt x="2602" y="6118"/>
                      <a:pt x="2622" y="5793"/>
                    </a:cubicBezTo>
                    <a:cubicBezTo>
                      <a:pt x="2643" y="5468"/>
                      <a:pt x="2530" y="5164"/>
                      <a:pt x="2333" y="4937"/>
                    </a:cubicBezTo>
                    <a:close/>
                    <a:moveTo>
                      <a:pt x="3468" y="12"/>
                    </a:moveTo>
                    <a:cubicBezTo>
                      <a:pt x="3638" y="23"/>
                      <a:pt x="3788" y="103"/>
                      <a:pt x="3891" y="220"/>
                    </a:cubicBezTo>
                    <a:cubicBezTo>
                      <a:pt x="3998" y="339"/>
                      <a:pt x="4056" y="498"/>
                      <a:pt x="4043" y="668"/>
                    </a:cubicBezTo>
                    <a:cubicBezTo>
                      <a:pt x="4033" y="837"/>
                      <a:pt x="3953" y="987"/>
                      <a:pt x="3836" y="1092"/>
                    </a:cubicBezTo>
                    <a:cubicBezTo>
                      <a:pt x="3716" y="1197"/>
                      <a:pt x="3558" y="1257"/>
                      <a:pt x="3387" y="1244"/>
                    </a:cubicBezTo>
                    <a:cubicBezTo>
                      <a:pt x="3219" y="1234"/>
                      <a:pt x="3069" y="1154"/>
                      <a:pt x="2964" y="1034"/>
                    </a:cubicBezTo>
                    <a:cubicBezTo>
                      <a:pt x="2859" y="917"/>
                      <a:pt x="2799" y="757"/>
                      <a:pt x="2812" y="588"/>
                    </a:cubicBezTo>
                    <a:cubicBezTo>
                      <a:pt x="2826" y="420"/>
                      <a:pt x="2902" y="269"/>
                      <a:pt x="3021" y="165"/>
                    </a:cubicBezTo>
                    <a:cubicBezTo>
                      <a:pt x="3139" y="60"/>
                      <a:pt x="3299" y="0"/>
                      <a:pt x="3468" y="12"/>
                    </a:cubicBezTo>
                    <a:close/>
                    <a:moveTo>
                      <a:pt x="3756" y="339"/>
                    </a:moveTo>
                    <a:cubicBezTo>
                      <a:pt x="3682" y="253"/>
                      <a:pt x="3577" y="198"/>
                      <a:pt x="3455" y="193"/>
                    </a:cubicBezTo>
                    <a:cubicBezTo>
                      <a:pt x="3334" y="185"/>
                      <a:pt x="3221" y="226"/>
                      <a:pt x="3139" y="300"/>
                    </a:cubicBezTo>
                    <a:cubicBezTo>
                      <a:pt x="3054" y="374"/>
                      <a:pt x="2997" y="481"/>
                      <a:pt x="2993" y="601"/>
                    </a:cubicBezTo>
                    <a:cubicBezTo>
                      <a:pt x="2984" y="722"/>
                      <a:pt x="3026" y="835"/>
                      <a:pt x="3100" y="917"/>
                    </a:cubicBezTo>
                    <a:cubicBezTo>
                      <a:pt x="3176" y="1002"/>
                      <a:pt x="3281" y="1055"/>
                      <a:pt x="3402" y="1063"/>
                    </a:cubicBezTo>
                    <a:cubicBezTo>
                      <a:pt x="3521" y="1071"/>
                      <a:pt x="3634" y="1030"/>
                      <a:pt x="3716" y="956"/>
                    </a:cubicBezTo>
                    <a:cubicBezTo>
                      <a:pt x="3803" y="882"/>
                      <a:pt x="3856" y="775"/>
                      <a:pt x="3865" y="656"/>
                    </a:cubicBezTo>
                    <a:cubicBezTo>
                      <a:pt x="3871" y="537"/>
                      <a:pt x="3830" y="424"/>
                      <a:pt x="3756" y="339"/>
                    </a:cubicBezTo>
                    <a:close/>
                    <a:moveTo>
                      <a:pt x="5719" y="432"/>
                    </a:moveTo>
                    <a:cubicBezTo>
                      <a:pt x="5503" y="415"/>
                      <a:pt x="5300" y="492"/>
                      <a:pt x="5150" y="627"/>
                    </a:cubicBezTo>
                    <a:cubicBezTo>
                      <a:pt x="4998" y="761"/>
                      <a:pt x="4895" y="950"/>
                      <a:pt x="4882" y="1170"/>
                    </a:cubicBezTo>
                    <a:cubicBezTo>
                      <a:pt x="4866" y="1386"/>
                      <a:pt x="4944" y="1588"/>
                      <a:pt x="5078" y="1740"/>
                    </a:cubicBezTo>
                    <a:cubicBezTo>
                      <a:pt x="5211" y="1892"/>
                      <a:pt x="5401" y="1995"/>
                      <a:pt x="5619" y="2007"/>
                    </a:cubicBezTo>
                    <a:cubicBezTo>
                      <a:pt x="5834" y="2024"/>
                      <a:pt x="6038" y="1945"/>
                      <a:pt x="6190" y="1812"/>
                    </a:cubicBezTo>
                    <a:cubicBezTo>
                      <a:pt x="6342" y="1678"/>
                      <a:pt x="6445" y="1487"/>
                      <a:pt x="6458" y="1269"/>
                    </a:cubicBezTo>
                    <a:cubicBezTo>
                      <a:pt x="6486" y="835"/>
                      <a:pt x="6157" y="459"/>
                      <a:pt x="5719" y="432"/>
                    </a:cubicBezTo>
                    <a:close/>
                  </a:path>
                </a:pathLst>
              </a:custGeom>
              <a:solidFill>
                <a:srgbClr val="FF9BD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5" name="Google Shape;485;p29"/>
              <p:cNvSpPr/>
              <p:nvPr/>
            </p:nvSpPr>
            <p:spPr>
              <a:xfrm>
                <a:off x="5815058" y="3536707"/>
                <a:ext cx="519161" cy="470788"/>
              </a:xfrm>
              <a:custGeom>
                <a:avLst/>
                <a:gdLst/>
                <a:ahLst/>
                <a:cxnLst/>
                <a:rect l="l" t="t" r="r" b="b"/>
                <a:pathLst>
                  <a:path w="10947" h="9927" extrusionOk="0">
                    <a:moveTo>
                      <a:pt x="9412" y="0"/>
                    </a:moveTo>
                    <a:cubicBezTo>
                      <a:pt x="10165" y="837"/>
                      <a:pt x="10679" y="1886"/>
                      <a:pt x="10860" y="3038"/>
                    </a:cubicBezTo>
                    <a:lnTo>
                      <a:pt x="10887" y="3219"/>
                    </a:lnTo>
                    <a:cubicBezTo>
                      <a:pt x="10934" y="3591"/>
                      <a:pt x="10946" y="3973"/>
                      <a:pt x="10922" y="4364"/>
                    </a:cubicBezTo>
                    <a:cubicBezTo>
                      <a:pt x="10899" y="4714"/>
                      <a:pt x="10848" y="5053"/>
                      <a:pt x="10768" y="5380"/>
                    </a:cubicBezTo>
                    <a:lnTo>
                      <a:pt x="10722" y="5555"/>
                    </a:lnTo>
                    <a:cubicBezTo>
                      <a:pt x="10054" y="7998"/>
                      <a:pt x="7878" y="9778"/>
                      <a:pt x="5316" y="9916"/>
                    </a:cubicBezTo>
                    <a:cubicBezTo>
                      <a:pt x="5324" y="9875"/>
                      <a:pt x="5326" y="9834"/>
                      <a:pt x="5328" y="9793"/>
                    </a:cubicBezTo>
                    <a:cubicBezTo>
                      <a:pt x="5355" y="9408"/>
                      <a:pt x="5222" y="9048"/>
                      <a:pt x="4985" y="8779"/>
                    </a:cubicBezTo>
                    <a:cubicBezTo>
                      <a:pt x="4749" y="8507"/>
                      <a:pt x="4409" y="8329"/>
                      <a:pt x="4023" y="8302"/>
                    </a:cubicBezTo>
                    <a:cubicBezTo>
                      <a:pt x="3638" y="8277"/>
                      <a:pt x="3278" y="8411"/>
                      <a:pt x="3009" y="8647"/>
                    </a:cubicBezTo>
                    <a:cubicBezTo>
                      <a:pt x="2785" y="8843"/>
                      <a:pt x="2626" y="9106"/>
                      <a:pt x="2561" y="9410"/>
                    </a:cubicBezTo>
                    <a:cubicBezTo>
                      <a:pt x="1508" y="8939"/>
                      <a:pt x="622" y="8174"/>
                      <a:pt x="0" y="7222"/>
                    </a:cubicBezTo>
                    <a:cubicBezTo>
                      <a:pt x="2532" y="7506"/>
                      <a:pt x="3509" y="7043"/>
                      <a:pt x="4434" y="5147"/>
                    </a:cubicBezTo>
                    <a:cubicBezTo>
                      <a:pt x="5417" y="3138"/>
                      <a:pt x="7218" y="5590"/>
                      <a:pt x="8004" y="2400"/>
                    </a:cubicBezTo>
                    <a:cubicBezTo>
                      <a:pt x="8370" y="893"/>
                      <a:pt x="8929" y="253"/>
                      <a:pt x="9412" y="0"/>
                    </a:cubicBezTo>
                    <a:close/>
                    <a:moveTo>
                      <a:pt x="5131" y="9922"/>
                    </a:moveTo>
                    <a:cubicBezTo>
                      <a:pt x="5139" y="9875"/>
                      <a:pt x="5148" y="9828"/>
                      <a:pt x="5150" y="9778"/>
                    </a:cubicBezTo>
                    <a:cubicBezTo>
                      <a:pt x="5170" y="9441"/>
                      <a:pt x="5055" y="9126"/>
                      <a:pt x="4849" y="8894"/>
                    </a:cubicBezTo>
                    <a:cubicBezTo>
                      <a:pt x="4644" y="8660"/>
                      <a:pt x="4348" y="8503"/>
                      <a:pt x="4010" y="8479"/>
                    </a:cubicBezTo>
                    <a:cubicBezTo>
                      <a:pt x="3673" y="8458"/>
                      <a:pt x="3361" y="8575"/>
                      <a:pt x="3124" y="8781"/>
                    </a:cubicBezTo>
                    <a:cubicBezTo>
                      <a:pt x="2921" y="8958"/>
                      <a:pt x="2777" y="9203"/>
                      <a:pt x="2729" y="9482"/>
                    </a:cubicBezTo>
                    <a:cubicBezTo>
                      <a:pt x="3309" y="9719"/>
                      <a:pt x="3936" y="9871"/>
                      <a:pt x="4594" y="9912"/>
                    </a:cubicBezTo>
                    <a:cubicBezTo>
                      <a:pt x="4777" y="9924"/>
                      <a:pt x="4954" y="9926"/>
                      <a:pt x="5131" y="9922"/>
                    </a:cubicBezTo>
                    <a:close/>
                  </a:path>
                </a:pathLst>
              </a:custGeom>
              <a:solidFill>
                <a:srgbClr val="FF9BD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6" name="Google Shape;486;p29"/>
              <p:cNvSpPr/>
              <p:nvPr/>
            </p:nvSpPr>
            <p:spPr>
              <a:xfrm>
                <a:off x="6114357" y="3762165"/>
                <a:ext cx="55724" cy="55630"/>
              </a:xfrm>
              <a:custGeom>
                <a:avLst/>
                <a:gdLst/>
                <a:ahLst/>
                <a:cxnLst/>
                <a:rect l="l" t="t" r="r" b="b"/>
                <a:pathLst>
                  <a:path w="1175" h="1173" extrusionOk="0">
                    <a:moveTo>
                      <a:pt x="626" y="19"/>
                    </a:moveTo>
                    <a:cubicBezTo>
                      <a:pt x="936" y="40"/>
                      <a:pt x="1175" y="309"/>
                      <a:pt x="1154" y="624"/>
                    </a:cubicBezTo>
                    <a:cubicBezTo>
                      <a:pt x="1133" y="934"/>
                      <a:pt x="864" y="1173"/>
                      <a:pt x="552" y="1152"/>
                    </a:cubicBezTo>
                    <a:cubicBezTo>
                      <a:pt x="237" y="1132"/>
                      <a:pt x="0" y="862"/>
                      <a:pt x="21" y="550"/>
                    </a:cubicBezTo>
                    <a:cubicBezTo>
                      <a:pt x="42" y="237"/>
                      <a:pt x="311" y="1"/>
                      <a:pt x="626" y="19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bg>
      <p:bgPr>
        <a:solidFill>
          <a:schemeClr val="accent2"/>
        </a:solidFill>
        <a:effectLst/>
      </p:bgPr>
    </p:bg>
    <p:spTree>
      <p:nvGrpSpPr>
        <p:cNvPr id="1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30"/>
          <p:cNvSpPr/>
          <p:nvPr/>
        </p:nvSpPr>
        <p:spPr>
          <a:xfrm>
            <a:off x="520575" y="819150"/>
            <a:ext cx="8079900" cy="3898800"/>
          </a:xfrm>
          <a:prstGeom prst="roundRect">
            <a:avLst>
              <a:gd name="adj" fmla="val 3542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89" name="Google Shape;489;p30"/>
          <p:cNvGrpSpPr/>
          <p:nvPr/>
        </p:nvGrpSpPr>
        <p:grpSpPr>
          <a:xfrm>
            <a:off x="520563" y="326550"/>
            <a:ext cx="8079900" cy="426900"/>
            <a:chOff x="552450" y="401675"/>
            <a:chExt cx="8079900" cy="426900"/>
          </a:xfrm>
        </p:grpSpPr>
        <p:sp>
          <p:nvSpPr>
            <p:cNvPr id="490" name="Google Shape;490;p30"/>
            <p:cNvSpPr/>
            <p:nvPr/>
          </p:nvSpPr>
          <p:spPr>
            <a:xfrm>
              <a:off x="552450" y="401675"/>
              <a:ext cx="8079900" cy="426900"/>
            </a:xfrm>
            <a:prstGeom prst="roundRect">
              <a:avLst>
                <a:gd name="adj" fmla="val 22312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Google Shape;491;p30"/>
            <p:cNvSpPr/>
            <p:nvPr/>
          </p:nvSpPr>
          <p:spPr>
            <a:xfrm>
              <a:off x="720000" y="518729"/>
              <a:ext cx="195095" cy="195109"/>
            </a:xfrm>
            <a:custGeom>
              <a:avLst/>
              <a:gdLst/>
              <a:ahLst/>
              <a:cxnLst/>
              <a:rect l="l" t="t" r="r" b="b"/>
              <a:pathLst>
                <a:path w="2829" h="2829" extrusionOk="0">
                  <a:moveTo>
                    <a:pt x="2828" y="1413"/>
                  </a:moveTo>
                  <a:cubicBezTo>
                    <a:pt x="2828" y="2195"/>
                    <a:pt x="2197" y="2828"/>
                    <a:pt x="1416" y="2828"/>
                  </a:cubicBezTo>
                  <a:cubicBezTo>
                    <a:pt x="634" y="2828"/>
                    <a:pt x="1" y="2195"/>
                    <a:pt x="1" y="1413"/>
                  </a:cubicBezTo>
                  <a:cubicBezTo>
                    <a:pt x="1" y="632"/>
                    <a:pt x="634" y="1"/>
                    <a:pt x="1416" y="1"/>
                  </a:cubicBezTo>
                  <a:cubicBezTo>
                    <a:pt x="2197" y="1"/>
                    <a:pt x="2828" y="632"/>
                    <a:pt x="2828" y="1413"/>
                  </a:cubicBezTo>
                  <a:close/>
                </a:path>
              </a:pathLst>
            </a:custGeom>
            <a:solidFill>
              <a:srgbClr val="EB535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492;p30"/>
            <p:cNvSpPr/>
            <p:nvPr/>
          </p:nvSpPr>
          <p:spPr>
            <a:xfrm>
              <a:off x="1080398" y="518729"/>
              <a:ext cx="195026" cy="195109"/>
            </a:xfrm>
            <a:custGeom>
              <a:avLst/>
              <a:gdLst/>
              <a:ahLst/>
              <a:cxnLst/>
              <a:rect l="l" t="t" r="r" b="b"/>
              <a:pathLst>
                <a:path w="2828" h="2829" extrusionOk="0">
                  <a:moveTo>
                    <a:pt x="2828" y="1413"/>
                  </a:moveTo>
                  <a:cubicBezTo>
                    <a:pt x="2828" y="2195"/>
                    <a:pt x="2194" y="2828"/>
                    <a:pt x="1413" y="2828"/>
                  </a:cubicBezTo>
                  <a:cubicBezTo>
                    <a:pt x="631" y="2828"/>
                    <a:pt x="0" y="2195"/>
                    <a:pt x="0" y="1413"/>
                  </a:cubicBezTo>
                  <a:cubicBezTo>
                    <a:pt x="0" y="632"/>
                    <a:pt x="631" y="1"/>
                    <a:pt x="1413" y="1"/>
                  </a:cubicBezTo>
                  <a:cubicBezTo>
                    <a:pt x="2194" y="1"/>
                    <a:pt x="2828" y="632"/>
                    <a:pt x="2828" y="1413"/>
                  </a:cubicBezTo>
                  <a:close/>
                </a:path>
              </a:pathLst>
            </a:custGeom>
            <a:solidFill>
              <a:srgbClr val="F8EF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Google Shape;493;p30"/>
            <p:cNvSpPr/>
            <p:nvPr/>
          </p:nvSpPr>
          <p:spPr>
            <a:xfrm>
              <a:off x="1440175" y="518729"/>
              <a:ext cx="195026" cy="195109"/>
            </a:xfrm>
            <a:custGeom>
              <a:avLst/>
              <a:gdLst/>
              <a:ahLst/>
              <a:cxnLst/>
              <a:rect l="l" t="t" r="r" b="b"/>
              <a:pathLst>
                <a:path w="2828" h="2829" extrusionOk="0">
                  <a:moveTo>
                    <a:pt x="2827" y="1413"/>
                  </a:moveTo>
                  <a:cubicBezTo>
                    <a:pt x="2827" y="2195"/>
                    <a:pt x="2194" y="2828"/>
                    <a:pt x="1415" y="2828"/>
                  </a:cubicBezTo>
                  <a:cubicBezTo>
                    <a:pt x="633" y="2828"/>
                    <a:pt x="0" y="2195"/>
                    <a:pt x="0" y="1413"/>
                  </a:cubicBezTo>
                  <a:cubicBezTo>
                    <a:pt x="0" y="632"/>
                    <a:pt x="633" y="1"/>
                    <a:pt x="1415" y="1"/>
                  </a:cubicBezTo>
                  <a:cubicBezTo>
                    <a:pt x="2194" y="1"/>
                    <a:pt x="2827" y="632"/>
                    <a:pt x="2827" y="141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94" name="Google Shape;494;p30"/>
          <p:cNvSpPr/>
          <p:nvPr/>
        </p:nvSpPr>
        <p:spPr>
          <a:xfrm>
            <a:off x="7946263" y="1248225"/>
            <a:ext cx="878059" cy="669109"/>
          </a:xfrm>
          <a:custGeom>
            <a:avLst/>
            <a:gdLst/>
            <a:ahLst/>
            <a:cxnLst/>
            <a:rect l="l" t="t" r="r" b="b"/>
            <a:pathLst>
              <a:path w="19298" h="16869" extrusionOk="0">
                <a:moveTo>
                  <a:pt x="19298" y="1611"/>
                </a:moveTo>
                <a:lnTo>
                  <a:pt x="19298" y="16869"/>
                </a:lnTo>
                <a:lnTo>
                  <a:pt x="1" y="16869"/>
                </a:lnTo>
                <a:lnTo>
                  <a:pt x="1" y="1611"/>
                </a:lnTo>
                <a:cubicBezTo>
                  <a:pt x="1" y="1381"/>
                  <a:pt x="192" y="1189"/>
                  <a:pt x="422" y="1189"/>
                </a:cubicBezTo>
                <a:lnTo>
                  <a:pt x="10054" y="1189"/>
                </a:lnTo>
                <a:lnTo>
                  <a:pt x="10223" y="178"/>
                </a:lnTo>
                <a:cubicBezTo>
                  <a:pt x="10241" y="75"/>
                  <a:pt x="10330" y="1"/>
                  <a:pt x="10433" y="1"/>
                </a:cubicBezTo>
                <a:lnTo>
                  <a:pt x="16655" y="1"/>
                </a:lnTo>
                <a:cubicBezTo>
                  <a:pt x="16758" y="1"/>
                  <a:pt x="16844" y="77"/>
                  <a:pt x="16863" y="178"/>
                </a:cubicBezTo>
                <a:lnTo>
                  <a:pt x="17034" y="1189"/>
                </a:lnTo>
                <a:lnTo>
                  <a:pt x="18876" y="1189"/>
                </a:lnTo>
                <a:cubicBezTo>
                  <a:pt x="19110" y="1189"/>
                  <a:pt x="19298" y="1381"/>
                  <a:pt x="19298" y="1611"/>
                </a:cubicBezTo>
                <a:close/>
              </a:path>
            </a:pathLst>
          </a:custGeom>
          <a:solidFill>
            <a:srgbClr val="F8EF5B"/>
          </a:solidFill>
          <a:ln>
            <a:noFill/>
          </a:ln>
          <a:effectLst>
            <a:outerShdw dist="104775" dir="1860000" algn="bl" rotWithShape="0">
              <a:schemeClr val="lt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5" name="Google Shape;495;p30"/>
          <p:cNvSpPr/>
          <p:nvPr/>
        </p:nvSpPr>
        <p:spPr>
          <a:xfrm>
            <a:off x="7946263" y="2237190"/>
            <a:ext cx="878059" cy="669109"/>
          </a:xfrm>
          <a:custGeom>
            <a:avLst/>
            <a:gdLst/>
            <a:ahLst/>
            <a:cxnLst/>
            <a:rect l="l" t="t" r="r" b="b"/>
            <a:pathLst>
              <a:path w="19298" h="16869" extrusionOk="0">
                <a:moveTo>
                  <a:pt x="19298" y="1611"/>
                </a:moveTo>
                <a:lnTo>
                  <a:pt x="19298" y="16869"/>
                </a:lnTo>
                <a:lnTo>
                  <a:pt x="1" y="16869"/>
                </a:lnTo>
                <a:lnTo>
                  <a:pt x="1" y="1611"/>
                </a:lnTo>
                <a:cubicBezTo>
                  <a:pt x="1" y="1381"/>
                  <a:pt x="192" y="1189"/>
                  <a:pt x="422" y="1189"/>
                </a:cubicBezTo>
                <a:lnTo>
                  <a:pt x="10054" y="1189"/>
                </a:lnTo>
                <a:lnTo>
                  <a:pt x="10223" y="178"/>
                </a:lnTo>
                <a:cubicBezTo>
                  <a:pt x="10241" y="75"/>
                  <a:pt x="10330" y="1"/>
                  <a:pt x="10433" y="1"/>
                </a:cubicBezTo>
                <a:lnTo>
                  <a:pt x="16655" y="1"/>
                </a:lnTo>
                <a:cubicBezTo>
                  <a:pt x="16758" y="1"/>
                  <a:pt x="16844" y="77"/>
                  <a:pt x="16863" y="178"/>
                </a:cubicBezTo>
                <a:lnTo>
                  <a:pt x="17034" y="1189"/>
                </a:lnTo>
                <a:lnTo>
                  <a:pt x="18876" y="1189"/>
                </a:lnTo>
                <a:cubicBezTo>
                  <a:pt x="19110" y="1189"/>
                  <a:pt x="19298" y="1381"/>
                  <a:pt x="19298" y="1611"/>
                </a:cubicBezTo>
                <a:close/>
              </a:path>
            </a:pathLst>
          </a:custGeom>
          <a:solidFill>
            <a:srgbClr val="F8EF5B"/>
          </a:solidFill>
          <a:ln>
            <a:noFill/>
          </a:ln>
          <a:effectLst>
            <a:outerShdw dist="104775" dir="1860000" algn="bl" rotWithShape="0">
              <a:schemeClr val="lt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6" name="Google Shape;496;p30"/>
          <p:cNvSpPr/>
          <p:nvPr/>
        </p:nvSpPr>
        <p:spPr>
          <a:xfrm>
            <a:off x="7946263" y="3226156"/>
            <a:ext cx="878059" cy="669109"/>
          </a:xfrm>
          <a:custGeom>
            <a:avLst/>
            <a:gdLst/>
            <a:ahLst/>
            <a:cxnLst/>
            <a:rect l="l" t="t" r="r" b="b"/>
            <a:pathLst>
              <a:path w="19298" h="16869" extrusionOk="0">
                <a:moveTo>
                  <a:pt x="19298" y="1611"/>
                </a:moveTo>
                <a:lnTo>
                  <a:pt x="19298" y="16869"/>
                </a:lnTo>
                <a:lnTo>
                  <a:pt x="1" y="16869"/>
                </a:lnTo>
                <a:lnTo>
                  <a:pt x="1" y="1611"/>
                </a:lnTo>
                <a:cubicBezTo>
                  <a:pt x="1" y="1381"/>
                  <a:pt x="192" y="1189"/>
                  <a:pt x="422" y="1189"/>
                </a:cubicBezTo>
                <a:lnTo>
                  <a:pt x="10054" y="1189"/>
                </a:lnTo>
                <a:lnTo>
                  <a:pt x="10223" y="178"/>
                </a:lnTo>
                <a:cubicBezTo>
                  <a:pt x="10241" y="75"/>
                  <a:pt x="10330" y="1"/>
                  <a:pt x="10433" y="1"/>
                </a:cubicBezTo>
                <a:lnTo>
                  <a:pt x="16655" y="1"/>
                </a:lnTo>
                <a:cubicBezTo>
                  <a:pt x="16758" y="1"/>
                  <a:pt x="16844" y="77"/>
                  <a:pt x="16863" y="178"/>
                </a:cubicBezTo>
                <a:lnTo>
                  <a:pt x="17034" y="1189"/>
                </a:lnTo>
                <a:lnTo>
                  <a:pt x="18876" y="1189"/>
                </a:lnTo>
                <a:cubicBezTo>
                  <a:pt x="19110" y="1189"/>
                  <a:pt x="19298" y="1381"/>
                  <a:pt x="19298" y="1611"/>
                </a:cubicBezTo>
                <a:close/>
              </a:path>
            </a:pathLst>
          </a:custGeom>
          <a:solidFill>
            <a:srgbClr val="F8EF5B"/>
          </a:solidFill>
          <a:ln>
            <a:noFill/>
          </a:ln>
          <a:effectLst>
            <a:outerShdw dist="104775" dir="1860000" algn="bl" rotWithShape="0">
              <a:schemeClr val="lt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7" name="Google Shape;497;p30"/>
          <p:cNvSpPr/>
          <p:nvPr/>
        </p:nvSpPr>
        <p:spPr>
          <a:xfrm rot="10800000" flipH="1">
            <a:off x="114300" y="3735032"/>
            <a:ext cx="2476802" cy="1326193"/>
          </a:xfrm>
          <a:custGeom>
            <a:avLst/>
            <a:gdLst/>
            <a:ahLst/>
            <a:cxnLst/>
            <a:rect l="l" t="t" r="r" b="b"/>
            <a:pathLst>
              <a:path w="54058" h="27964" extrusionOk="0">
                <a:moveTo>
                  <a:pt x="2468" y="26211"/>
                </a:moveTo>
                <a:lnTo>
                  <a:pt x="5067" y="26211"/>
                </a:lnTo>
                <a:cubicBezTo>
                  <a:pt x="5756" y="26211"/>
                  <a:pt x="6392" y="26045"/>
                  <a:pt x="6937" y="25728"/>
                </a:cubicBezTo>
                <a:lnTo>
                  <a:pt x="6937" y="25726"/>
                </a:lnTo>
                <a:cubicBezTo>
                  <a:pt x="7484" y="25409"/>
                  <a:pt x="7948" y="24942"/>
                  <a:pt x="8290" y="24348"/>
                </a:cubicBezTo>
                <a:lnTo>
                  <a:pt x="11409" y="18950"/>
                </a:lnTo>
                <a:cubicBezTo>
                  <a:pt x="11841" y="18206"/>
                  <a:pt x="12429" y="17614"/>
                  <a:pt x="13126" y="17213"/>
                </a:cubicBezTo>
                <a:lnTo>
                  <a:pt x="13128" y="17213"/>
                </a:lnTo>
                <a:cubicBezTo>
                  <a:pt x="13827" y="16810"/>
                  <a:pt x="14631" y="16594"/>
                  <a:pt x="15493" y="16594"/>
                </a:cubicBezTo>
                <a:lnTo>
                  <a:pt x="22104" y="16594"/>
                </a:lnTo>
                <a:cubicBezTo>
                  <a:pt x="22793" y="16594"/>
                  <a:pt x="23429" y="16425"/>
                  <a:pt x="23973" y="16110"/>
                </a:cubicBezTo>
                <a:lnTo>
                  <a:pt x="23973" y="16106"/>
                </a:lnTo>
                <a:cubicBezTo>
                  <a:pt x="24520" y="15792"/>
                  <a:pt x="24985" y="15323"/>
                  <a:pt x="25327" y="14728"/>
                </a:cubicBezTo>
                <a:lnTo>
                  <a:pt x="29772" y="7034"/>
                </a:lnTo>
                <a:cubicBezTo>
                  <a:pt x="30204" y="6287"/>
                  <a:pt x="30792" y="5697"/>
                  <a:pt x="31489" y="5296"/>
                </a:cubicBezTo>
                <a:lnTo>
                  <a:pt x="31491" y="5296"/>
                </a:lnTo>
                <a:cubicBezTo>
                  <a:pt x="32191" y="4893"/>
                  <a:pt x="32995" y="4677"/>
                  <a:pt x="33856" y="4677"/>
                </a:cubicBezTo>
                <a:lnTo>
                  <a:pt x="48096" y="4677"/>
                </a:lnTo>
                <a:cubicBezTo>
                  <a:pt x="48785" y="4677"/>
                  <a:pt x="49421" y="4508"/>
                  <a:pt x="49966" y="4194"/>
                </a:cubicBezTo>
                <a:lnTo>
                  <a:pt x="49966" y="4190"/>
                </a:lnTo>
                <a:cubicBezTo>
                  <a:pt x="50513" y="3875"/>
                  <a:pt x="50977" y="3406"/>
                  <a:pt x="51319" y="2812"/>
                </a:cubicBezTo>
                <a:lnTo>
                  <a:pt x="51323" y="2812"/>
                </a:lnTo>
                <a:lnTo>
                  <a:pt x="51761" y="2049"/>
                </a:lnTo>
                <a:cubicBezTo>
                  <a:pt x="51596" y="1835"/>
                  <a:pt x="51502" y="1566"/>
                  <a:pt x="51502" y="1278"/>
                </a:cubicBezTo>
                <a:cubicBezTo>
                  <a:pt x="51502" y="571"/>
                  <a:pt x="52075" y="1"/>
                  <a:pt x="52779" y="1"/>
                </a:cubicBezTo>
                <a:cubicBezTo>
                  <a:pt x="53486" y="1"/>
                  <a:pt x="54058" y="575"/>
                  <a:pt x="54058" y="1278"/>
                </a:cubicBezTo>
                <a:cubicBezTo>
                  <a:pt x="54058" y="1983"/>
                  <a:pt x="53484" y="2555"/>
                  <a:pt x="52779" y="2555"/>
                </a:cubicBezTo>
                <a:cubicBezTo>
                  <a:pt x="52725" y="2555"/>
                  <a:pt x="52672" y="2553"/>
                  <a:pt x="52620" y="2545"/>
                </a:cubicBezTo>
                <a:lnTo>
                  <a:pt x="52180" y="3305"/>
                </a:lnTo>
                <a:lnTo>
                  <a:pt x="52180" y="3310"/>
                </a:lnTo>
                <a:cubicBezTo>
                  <a:pt x="51748" y="4054"/>
                  <a:pt x="51160" y="4646"/>
                  <a:pt x="50463" y="5047"/>
                </a:cubicBezTo>
                <a:lnTo>
                  <a:pt x="50461" y="5047"/>
                </a:lnTo>
                <a:cubicBezTo>
                  <a:pt x="49762" y="5450"/>
                  <a:pt x="48956" y="5666"/>
                  <a:pt x="48096" y="5666"/>
                </a:cubicBezTo>
                <a:lnTo>
                  <a:pt x="33856" y="5666"/>
                </a:lnTo>
                <a:cubicBezTo>
                  <a:pt x="33167" y="5666"/>
                  <a:pt x="32532" y="5833"/>
                  <a:pt x="31987" y="6149"/>
                </a:cubicBezTo>
                <a:lnTo>
                  <a:pt x="31987" y="6151"/>
                </a:lnTo>
                <a:cubicBezTo>
                  <a:pt x="31440" y="6468"/>
                  <a:pt x="30975" y="6935"/>
                  <a:pt x="30632" y="7529"/>
                </a:cubicBezTo>
                <a:lnTo>
                  <a:pt x="26184" y="15234"/>
                </a:lnTo>
                <a:cubicBezTo>
                  <a:pt x="25752" y="15979"/>
                  <a:pt x="25162" y="16571"/>
                  <a:pt x="24467" y="16972"/>
                </a:cubicBezTo>
                <a:lnTo>
                  <a:pt x="24463" y="16972"/>
                </a:lnTo>
                <a:cubicBezTo>
                  <a:pt x="23764" y="17375"/>
                  <a:pt x="22960" y="17591"/>
                  <a:pt x="22098" y="17591"/>
                </a:cubicBezTo>
                <a:lnTo>
                  <a:pt x="15491" y="17591"/>
                </a:lnTo>
                <a:cubicBezTo>
                  <a:pt x="14802" y="17591"/>
                  <a:pt x="14167" y="17757"/>
                  <a:pt x="13622" y="18074"/>
                </a:cubicBezTo>
                <a:lnTo>
                  <a:pt x="13622" y="18076"/>
                </a:lnTo>
                <a:cubicBezTo>
                  <a:pt x="13075" y="18393"/>
                  <a:pt x="12608" y="18860"/>
                  <a:pt x="12267" y="19454"/>
                </a:cubicBezTo>
                <a:lnTo>
                  <a:pt x="9149" y="24852"/>
                </a:lnTo>
                <a:cubicBezTo>
                  <a:pt x="8717" y="25598"/>
                  <a:pt x="8129" y="26189"/>
                  <a:pt x="7432" y="26590"/>
                </a:cubicBezTo>
                <a:lnTo>
                  <a:pt x="7428" y="26590"/>
                </a:lnTo>
                <a:cubicBezTo>
                  <a:pt x="6731" y="26993"/>
                  <a:pt x="5925" y="27208"/>
                  <a:pt x="5063" y="27208"/>
                </a:cubicBezTo>
                <a:lnTo>
                  <a:pt x="2446" y="27208"/>
                </a:lnTo>
                <a:cubicBezTo>
                  <a:pt x="2244" y="27655"/>
                  <a:pt x="1798" y="27963"/>
                  <a:pt x="1278" y="27963"/>
                </a:cubicBezTo>
                <a:cubicBezTo>
                  <a:pt x="572" y="27963"/>
                  <a:pt x="1" y="27389"/>
                  <a:pt x="1" y="26684"/>
                </a:cubicBezTo>
                <a:cubicBezTo>
                  <a:pt x="1" y="25981"/>
                  <a:pt x="574" y="25407"/>
                  <a:pt x="1278" y="25407"/>
                </a:cubicBezTo>
                <a:cubicBezTo>
                  <a:pt x="1818" y="25405"/>
                  <a:pt x="2281" y="25738"/>
                  <a:pt x="2468" y="2621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8" name="Google Shape;498;p30"/>
          <p:cNvSpPr/>
          <p:nvPr/>
        </p:nvSpPr>
        <p:spPr>
          <a:xfrm>
            <a:off x="816373" y="3806482"/>
            <a:ext cx="217527" cy="217109"/>
          </a:xfrm>
          <a:custGeom>
            <a:avLst/>
            <a:gdLst/>
            <a:ahLst/>
            <a:cxnLst/>
            <a:rect l="l" t="t" r="r" b="b"/>
            <a:pathLst>
              <a:path w="949" h="947" extrusionOk="0">
                <a:moveTo>
                  <a:pt x="473" y="0"/>
                </a:moveTo>
                <a:lnTo>
                  <a:pt x="948" y="946"/>
                </a:lnTo>
                <a:lnTo>
                  <a:pt x="0" y="94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9" name="Google Shape;499;p30"/>
          <p:cNvSpPr/>
          <p:nvPr/>
        </p:nvSpPr>
        <p:spPr>
          <a:xfrm rot="5400000">
            <a:off x="937346" y="4366700"/>
            <a:ext cx="236782" cy="236826"/>
          </a:xfrm>
          <a:custGeom>
            <a:avLst/>
            <a:gdLst/>
            <a:ahLst/>
            <a:cxnLst/>
            <a:rect l="l" t="t" r="r" b="b"/>
            <a:pathLst>
              <a:path w="1033" h="1033" extrusionOk="0">
                <a:moveTo>
                  <a:pt x="1033" y="198"/>
                </a:moveTo>
                <a:lnTo>
                  <a:pt x="714" y="516"/>
                </a:lnTo>
                <a:lnTo>
                  <a:pt x="1033" y="835"/>
                </a:lnTo>
                <a:lnTo>
                  <a:pt x="837" y="1033"/>
                </a:lnTo>
                <a:lnTo>
                  <a:pt x="517" y="714"/>
                </a:lnTo>
                <a:lnTo>
                  <a:pt x="198" y="1033"/>
                </a:lnTo>
                <a:lnTo>
                  <a:pt x="1" y="835"/>
                </a:lnTo>
                <a:lnTo>
                  <a:pt x="319" y="516"/>
                </a:lnTo>
                <a:lnTo>
                  <a:pt x="1" y="198"/>
                </a:lnTo>
                <a:lnTo>
                  <a:pt x="198" y="0"/>
                </a:lnTo>
                <a:lnTo>
                  <a:pt x="517" y="319"/>
                </a:lnTo>
                <a:lnTo>
                  <a:pt x="835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20000" y="969225"/>
            <a:ext cx="7704000" cy="5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Epilogue"/>
              <a:buNone/>
              <a:defRPr sz="28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Epilogue"/>
              <a:buNone/>
              <a:defRPr sz="28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Epilogue"/>
              <a:buNone/>
              <a:defRPr sz="28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Epilogue"/>
              <a:buNone/>
              <a:defRPr sz="28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Epilogue"/>
              <a:buNone/>
              <a:defRPr sz="28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Epilogue"/>
              <a:buNone/>
              <a:defRPr sz="28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Epilogue"/>
              <a:buNone/>
              <a:defRPr sz="28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Epilogue"/>
              <a:buNone/>
              <a:defRPr sz="28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Epilogue"/>
              <a:buNone/>
              <a:defRPr sz="28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20000" y="1619250"/>
            <a:ext cx="7704000" cy="298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bin"/>
              <a:buChar char="●"/>
              <a:defRPr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bin"/>
              <a:buChar char="○"/>
              <a:defRPr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bin"/>
              <a:buChar char="■"/>
              <a:defRPr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bin"/>
              <a:buChar char="●"/>
              <a:defRPr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bin"/>
              <a:buChar char="○"/>
              <a:defRPr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bin"/>
              <a:buChar char="■"/>
              <a:defRPr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bin"/>
              <a:buChar char="●"/>
              <a:defRPr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bin"/>
              <a:buChar char="○"/>
              <a:defRPr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Cabin"/>
              <a:buChar char="■"/>
              <a:defRPr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4" r:id="rId3"/>
    <p:sldLayoutId id="2147483655" r:id="rId4"/>
    <p:sldLayoutId id="2147483658" r:id="rId5"/>
    <p:sldLayoutId id="2147483660" r:id="rId6"/>
    <p:sldLayoutId id="2147483666" r:id="rId7"/>
    <p:sldLayoutId id="2147483668" r:id="rId8"/>
    <p:sldLayoutId id="2147483674" r:id="rId9"/>
    <p:sldLayoutId id="2147483675" r:id="rId10"/>
    <p:sldLayoutId id="2147483676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40">
          <p15:clr>
            <a:srgbClr val="EA4335"/>
          </p15:clr>
        </p15:guide>
        <p15:guide id="2" pos="454">
          <p15:clr>
            <a:srgbClr val="EA4335"/>
          </p15:clr>
        </p15:guide>
        <p15:guide id="3" orient="horz" pos="2900">
          <p15:clr>
            <a:srgbClr val="EA4335"/>
          </p15:clr>
        </p15:guide>
        <p15:guide id="4" pos="5306">
          <p15:clr>
            <a:srgbClr val="EA4335"/>
          </p15:clr>
        </p15:guide>
        <p15:guide id="5" orient="horz" pos="1620">
          <p15:clr>
            <a:srgbClr val="EA4335"/>
          </p15:clr>
        </p15:guide>
        <p15:guide id="6" pos="2880">
          <p15:clr>
            <a:srgbClr val="EA4335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0" name="Google Shape;510;p34"/>
          <p:cNvGrpSpPr/>
          <p:nvPr/>
        </p:nvGrpSpPr>
        <p:grpSpPr>
          <a:xfrm>
            <a:off x="6355880" y="1044847"/>
            <a:ext cx="1905829" cy="1550748"/>
            <a:chOff x="6707002" y="1482876"/>
            <a:chExt cx="1471342" cy="1197211"/>
          </a:xfrm>
        </p:grpSpPr>
        <p:sp>
          <p:nvSpPr>
            <p:cNvPr id="511" name="Google Shape;511;p34"/>
            <p:cNvSpPr/>
            <p:nvPr/>
          </p:nvSpPr>
          <p:spPr>
            <a:xfrm>
              <a:off x="7203122" y="1931938"/>
              <a:ext cx="366304" cy="366752"/>
            </a:xfrm>
            <a:custGeom>
              <a:avLst/>
              <a:gdLst/>
              <a:ahLst/>
              <a:cxnLst/>
              <a:rect l="l" t="t" r="r" b="b"/>
              <a:pathLst>
                <a:path w="2452" h="2455" extrusionOk="0">
                  <a:moveTo>
                    <a:pt x="1226" y="2454"/>
                  </a:moveTo>
                  <a:cubicBezTo>
                    <a:pt x="1902" y="2454"/>
                    <a:pt x="2451" y="1903"/>
                    <a:pt x="2451" y="1226"/>
                  </a:cubicBezTo>
                  <a:cubicBezTo>
                    <a:pt x="2451" y="552"/>
                    <a:pt x="1902" y="1"/>
                    <a:pt x="1226" y="1"/>
                  </a:cubicBezTo>
                  <a:cubicBezTo>
                    <a:pt x="549" y="1"/>
                    <a:pt x="0" y="552"/>
                    <a:pt x="0" y="1226"/>
                  </a:cubicBezTo>
                  <a:cubicBezTo>
                    <a:pt x="0" y="1903"/>
                    <a:pt x="553" y="2454"/>
                    <a:pt x="1226" y="2454"/>
                  </a:cubicBezTo>
                  <a:close/>
                </a:path>
              </a:pathLst>
            </a:custGeom>
            <a:solidFill>
              <a:srgbClr val="6BB6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Google Shape;512;p34"/>
            <p:cNvSpPr/>
            <p:nvPr/>
          </p:nvSpPr>
          <p:spPr>
            <a:xfrm>
              <a:off x="6707002" y="1482876"/>
              <a:ext cx="1471342" cy="1197211"/>
            </a:xfrm>
            <a:custGeom>
              <a:avLst/>
              <a:gdLst/>
              <a:ahLst/>
              <a:cxnLst/>
              <a:rect l="l" t="t" r="r" b="b"/>
              <a:pathLst>
                <a:path w="9849" h="8014" extrusionOk="0">
                  <a:moveTo>
                    <a:pt x="2143" y="0"/>
                  </a:moveTo>
                  <a:cubicBezTo>
                    <a:pt x="2606" y="0"/>
                    <a:pt x="2982" y="375"/>
                    <a:pt x="2982" y="837"/>
                  </a:cubicBezTo>
                  <a:cubicBezTo>
                    <a:pt x="2982" y="946"/>
                    <a:pt x="2961" y="1045"/>
                    <a:pt x="2924" y="1142"/>
                  </a:cubicBezTo>
                  <a:lnTo>
                    <a:pt x="8300" y="3856"/>
                  </a:lnTo>
                  <a:cubicBezTo>
                    <a:pt x="8450" y="3622"/>
                    <a:pt x="8711" y="3463"/>
                    <a:pt x="9009" y="3463"/>
                  </a:cubicBezTo>
                  <a:cubicBezTo>
                    <a:pt x="9472" y="3463"/>
                    <a:pt x="9848" y="3840"/>
                    <a:pt x="9848" y="4302"/>
                  </a:cubicBezTo>
                  <a:cubicBezTo>
                    <a:pt x="9848" y="4765"/>
                    <a:pt x="9472" y="5139"/>
                    <a:pt x="9009" y="5139"/>
                  </a:cubicBezTo>
                  <a:cubicBezTo>
                    <a:pt x="8709" y="5139"/>
                    <a:pt x="8444" y="4981"/>
                    <a:pt x="8298" y="4744"/>
                  </a:cubicBezTo>
                  <a:lnTo>
                    <a:pt x="2756" y="7483"/>
                  </a:lnTo>
                  <a:cubicBezTo>
                    <a:pt x="2766" y="7520"/>
                    <a:pt x="2770" y="7555"/>
                    <a:pt x="2770" y="7594"/>
                  </a:cubicBezTo>
                  <a:cubicBezTo>
                    <a:pt x="2770" y="7827"/>
                    <a:pt x="2583" y="8014"/>
                    <a:pt x="2353" y="8014"/>
                  </a:cubicBezTo>
                  <a:cubicBezTo>
                    <a:pt x="2120" y="8014"/>
                    <a:pt x="1933" y="7827"/>
                    <a:pt x="1933" y="7594"/>
                  </a:cubicBezTo>
                  <a:cubicBezTo>
                    <a:pt x="1933" y="7395"/>
                    <a:pt x="2071" y="7231"/>
                    <a:pt x="2260" y="7185"/>
                  </a:cubicBezTo>
                  <a:lnTo>
                    <a:pt x="2089" y="1670"/>
                  </a:lnTo>
                  <a:cubicBezTo>
                    <a:pt x="1654" y="1641"/>
                    <a:pt x="1306" y="1277"/>
                    <a:pt x="1306" y="835"/>
                  </a:cubicBezTo>
                  <a:cubicBezTo>
                    <a:pt x="1306" y="375"/>
                    <a:pt x="1680" y="0"/>
                    <a:pt x="2143" y="0"/>
                  </a:cubicBezTo>
                  <a:close/>
                  <a:moveTo>
                    <a:pt x="416" y="4551"/>
                  </a:moveTo>
                  <a:cubicBezTo>
                    <a:pt x="646" y="4551"/>
                    <a:pt x="833" y="4736"/>
                    <a:pt x="833" y="4969"/>
                  </a:cubicBezTo>
                  <a:cubicBezTo>
                    <a:pt x="833" y="5199"/>
                    <a:pt x="648" y="5384"/>
                    <a:pt x="416" y="5384"/>
                  </a:cubicBezTo>
                  <a:cubicBezTo>
                    <a:pt x="187" y="5384"/>
                    <a:pt x="0" y="5199"/>
                    <a:pt x="0" y="4969"/>
                  </a:cubicBezTo>
                  <a:cubicBezTo>
                    <a:pt x="2" y="4736"/>
                    <a:pt x="187" y="4551"/>
                    <a:pt x="416" y="4551"/>
                  </a:cubicBezTo>
                  <a:close/>
                  <a:moveTo>
                    <a:pt x="6856" y="952"/>
                  </a:moveTo>
                  <a:cubicBezTo>
                    <a:pt x="6716" y="952"/>
                    <a:pt x="6603" y="1066"/>
                    <a:pt x="6603" y="1205"/>
                  </a:cubicBezTo>
                  <a:cubicBezTo>
                    <a:pt x="6603" y="1343"/>
                    <a:pt x="6716" y="1456"/>
                    <a:pt x="6856" y="1456"/>
                  </a:cubicBezTo>
                  <a:cubicBezTo>
                    <a:pt x="6994" y="1456"/>
                    <a:pt x="7107" y="1343"/>
                    <a:pt x="7107" y="1205"/>
                  </a:cubicBezTo>
                  <a:cubicBezTo>
                    <a:pt x="7105" y="1066"/>
                    <a:pt x="6994" y="952"/>
                    <a:pt x="6856" y="952"/>
                  </a:cubicBezTo>
                  <a:close/>
                  <a:moveTo>
                    <a:pt x="8226" y="4600"/>
                  </a:moveTo>
                  <a:cubicBezTo>
                    <a:pt x="8189" y="4508"/>
                    <a:pt x="8170" y="4407"/>
                    <a:pt x="8170" y="4302"/>
                  </a:cubicBezTo>
                  <a:cubicBezTo>
                    <a:pt x="8170" y="4195"/>
                    <a:pt x="8191" y="4093"/>
                    <a:pt x="8228" y="4000"/>
                  </a:cubicBezTo>
                  <a:lnTo>
                    <a:pt x="2852" y="1286"/>
                  </a:lnTo>
                  <a:cubicBezTo>
                    <a:pt x="2721" y="1491"/>
                    <a:pt x="2503" y="1637"/>
                    <a:pt x="2252" y="1668"/>
                  </a:cubicBezTo>
                  <a:lnTo>
                    <a:pt x="2421" y="7183"/>
                  </a:lnTo>
                  <a:cubicBezTo>
                    <a:pt x="2530" y="7202"/>
                    <a:pt x="2622" y="7261"/>
                    <a:pt x="2686" y="734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13" name="Google Shape;513;p34"/>
          <p:cNvSpPr/>
          <p:nvPr/>
        </p:nvSpPr>
        <p:spPr>
          <a:xfrm>
            <a:off x="8016245" y="2570874"/>
            <a:ext cx="278164" cy="278164"/>
          </a:xfrm>
          <a:custGeom>
            <a:avLst/>
            <a:gdLst/>
            <a:ahLst/>
            <a:cxnLst/>
            <a:rect l="l" t="t" r="r" b="b"/>
            <a:pathLst>
              <a:path w="1862" h="1862" extrusionOk="0">
                <a:moveTo>
                  <a:pt x="932" y="1862"/>
                </a:moveTo>
                <a:cubicBezTo>
                  <a:pt x="1446" y="1862"/>
                  <a:pt x="1861" y="1442"/>
                  <a:pt x="1861" y="933"/>
                </a:cubicBezTo>
                <a:cubicBezTo>
                  <a:pt x="1861" y="418"/>
                  <a:pt x="1444" y="1"/>
                  <a:pt x="932" y="1"/>
                </a:cubicBezTo>
                <a:cubicBezTo>
                  <a:pt x="418" y="1"/>
                  <a:pt x="0" y="420"/>
                  <a:pt x="0" y="933"/>
                </a:cubicBezTo>
                <a:cubicBezTo>
                  <a:pt x="4" y="1447"/>
                  <a:pt x="420" y="1862"/>
                  <a:pt x="932" y="1862"/>
                </a:cubicBezTo>
                <a:close/>
              </a:path>
            </a:pathLst>
          </a:custGeom>
          <a:solidFill>
            <a:srgbClr val="88A6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4" name="Google Shape;514;p34"/>
          <p:cNvSpPr/>
          <p:nvPr/>
        </p:nvSpPr>
        <p:spPr>
          <a:xfrm>
            <a:off x="6934521" y="2886981"/>
            <a:ext cx="1270413" cy="1124608"/>
          </a:xfrm>
          <a:custGeom>
            <a:avLst/>
            <a:gdLst/>
            <a:ahLst/>
            <a:cxnLst/>
            <a:rect l="l" t="t" r="r" b="b"/>
            <a:pathLst>
              <a:path w="8504" h="7528" extrusionOk="0">
                <a:moveTo>
                  <a:pt x="441" y="3303"/>
                </a:moveTo>
                <a:cubicBezTo>
                  <a:pt x="996" y="1229"/>
                  <a:pt x="3129" y="1"/>
                  <a:pt x="5201" y="556"/>
                </a:cubicBezTo>
                <a:cubicBezTo>
                  <a:pt x="7276" y="1111"/>
                  <a:pt x="8504" y="3244"/>
                  <a:pt x="7949" y="5317"/>
                </a:cubicBezTo>
                <a:cubicBezTo>
                  <a:pt x="7696" y="6256"/>
                  <a:pt x="7122" y="7023"/>
                  <a:pt x="6374" y="7527"/>
                </a:cubicBezTo>
                <a:lnTo>
                  <a:pt x="2014" y="7527"/>
                </a:lnTo>
                <a:cubicBezTo>
                  <a:pt x="682" y="6624"/>
                  <a:pt x="1" y="4946"/>
                  <a:pt x="441" y="3303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5" name="Google Shape;515;p34"/>
          <p:cNvSpPr/>
          <p:nvPr/>
        </p:nvSpPr>
        <p:spPr>
          <a:xfrm>
            <a:off x="7198790" y="3220117"/>
            <a:ext cx="967151" cy="791468"/>
          </a:xfrm>
          <a:custGeom>
            <a:avLst/>
            <a:gdLst/>
            <a:ahLst/>
            <a:cxnLst/>
            <a:rect l="l" t="t" r="r" b="b"/>
            <a:pathLst>
              <a:path w="6474" h="5298" extrusionOk="0">
                <a:moveTo>
                  <a:pt x="5707" y="0"/>
                </a:moveTo>
                <a:cubicBezTo>
                  <a:pt x="6268" y="886"/>
                  <a:pt x="6474" y="1995"/>
                  <a:pt x="6180" y="3087"/>
                </a:cubicBezTo>
                <a:cubicBezTo>
                  <a:pt x="5927" y="4026"/>
                  <a:pt x="5353" y="4793"/>
                  <a:pt x="4605" y="5297"/>
                </a:cubicBezTo>
                <a:lnTo>
                  <a:pt x="245" y="5297"/>
                </a:lnTo>
                <a:cubicBezTo>
                  <a:pt x="159" y="5240"/>
                  <a:pt x="81" y="5182"/>
                  <a:pt x="0" y="5116"/>
                </a:cubicBezTo>
                <a:cubicBezTo>
                  <a:pt x="282" y="4991"/>
                  <a:pt x="515" y="4771"/>
                  <a:pt x="663" y="4485"/>
                </a:cubicBezTo>
                <a:cubicBezTo>
                  <a:pt x="1082" y="3675"/>
                  <a:pt x="3363" y="4195"/>
                  <a:pt x="3233" y="2984"/>
                </a:cubicBezTo>
                <a:cubicBezTo>
                  <a:pt x="3105" y="1773"/>
                  <a:pt x="3387" y="2009"/>
                  <a:pt x="4806" y="1203"/>
                </a:cubicBezTo>
                <a:cubicBezTo>
                  <a:pt x="5462" y="833"/>
                  <a:pt x="5672" y="376"/>
                  <a:pt x="5707" y="0"/>
                </a:cubicBezTo>
                <a:close/>
              </a:path>
            </a:pathLst>
          </a:custGeom>
          <a:solidFill>
            <a:srgbClr val="88A6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6" name="Google Shape;516;p34"/>
          <p:cNvSpPr/>
          <p:nvPr/>
        </p:nvSpPr>
        <p:spPr>
          <a:xfrm>
            <a:off x="7186540" y="2956446"/>
            <a:ext cx="912773" cy="1002258"/>
          </a:xfrm>
          <a:custGeom>
            <a:avLst/>
            <a:gdLst/>
            <a:ahLst/>
            <a:cxnLst/>
            <a:rect l="l" t="t" r="r" b="b"/>
            <a:pathLst>
              <a:path w="6110" h="6709" extrusionOk="0">
                <a:moveTo>
                  <a:pt x="2826" y="1656"/>
                </a:moveTo>
                <a:cubicBezTo>
                  <a:pt x="3019" y="1656"/>
                  <a:pt x="3175" y="1812"/>
                  <a:pt x="3175" y="2006"/>
                </a:cubicBezTo>
                <a:cubicBezTo>
                  <a:pt x="3175" y="2199"/>
                  <a:pt x="3019" y="2355"/>
                  <a:pt x="2826" y="2355"/>
                </a:cubicBezTo>
                <a:cubicBezTo>
                  <a:pt x="2632" y="2355"/>
                  <a:pt x="2476" y="2199"/>
                  <a:pt x="2476" y="2006"/>
                </a:cubicBezTo>
                <a:cubicBezTo>
                  <a:pt x="2476" y="1810"/>
                  <a:pt x="2632" y="1656"/>
                  <a:pt x="2826" y="1656"/>
                </a:cubicBezTo>
                <a:close/>
                <a:moveTo>
                  <a:pt x="1542" y="81"/>
                </a:moveTo>
                <a:cubicBezTo>
                  <a:pt x="1584" y="71"/>
                  <a:pt x="1625" y="60"/>
                  <a:pt x="1664" y="52"/>
                </a:cubicBezTo>
                <a:cubicBezTo>
                  <a:pt x="1703" y="147"/>
                  <a:pt x="1758" y="233"/>
                  <a:pt x="1828" y="305"/>
                </a:cubicBezTo>
                <a:cubicBezTo>
                  <a:pt x="1962" y="439"/>
                  <a:pt x="2149" y="521"/>
                  <a:pt x="2353" y="521"/>
                </a:cubicBezTo>
                <a:cubicBezTo>
                  <a:pt x="2558" y="521"/>
                  <a:pt x="2743" y="439"/>
                  <a:pt x="2877" y="305"/>
                </a:cubicBezTo>
                <a:cubicBezTo>
                  <a:pt x="2959" y="219"/>
                  <a:pt x="3023" y="116"/>
                  <a:pt x="3058" y="1"/>
                </a:cubicBezTo>
                <a:cubicBezTo>
                  <a:pt x="3099" y="7"/>
                  <a:pt x="3140" y="13"/>
                  <a:pt x="3181" y="21"/>
                </a:cubicBezTo>
                <a:cubicBezTo>
                  <a:pt x="3140" y="163"/>
                  <a:pt x="3064" y="291"/>
                  <a:pt x="2961" y="391"/>
                </a:cubicBezTo>
                <a:cubicBezTo>
                  <a:pt x="2805" y="548"/>
                  <a:pt x="2589" y="646"/>
                  <a:pt x="2349" y="646"/>
                </a:cubicBezTo>
                <a:cubicBezTo>
                  <a:pt x="2110" y="646"/>
                  <a:pt x="1894" y="548"/>
                  <a:pt x="1738" y="391"/>
                </a:cubicBezTo>
                <a:cubicBezTo>
                  <a:pt x="1656" y="305"/>
                  <a:pt x="1590" y="198"/>
                  <a:pt x="1542" y="81"/>
                </a:cubicBezTo>
                <a:close/>
                <a:moveTo>
                  <a:pt x="6110" y="5304"/>
                </a:moveTo>
                <a:cubicBezTo>
                  <a:pt x="6095" y="5343"/>
                  <a:pt x="6077" y="5384"/>
                  <a:pt x="6062" y="5421"/>
                </a:cubicBezTo>
                <a:cubicBezTo>
                  <a:pt x="5941" y="5333"/>
                  <a:pt x="5789" y="5277"/>
                  <a:pt x="5626" y="5277"/>
                </a:cubicBezTo>
                <a:cubicBezTo>
                  <a:pt x="5427" y="5277"/>
                  <a:pt x="5244" y="5360"/>
                  <a:pt x="5112" y="5491"/>
                </a:cubicBezTo>
                <a:cubicBezTo>
                  <a:pt x="4983" y="5623"/>
                  <a:pt x="4900" y="5806"/>
                  <a:pt x="4900" y="6005"/>
                </a:cubicBezTo>
                <a:cubicBezTo>
                  <a:pt x="4900" y="6207"/>
                  <a:pt x="4983" y="6388"/>
                  <a:pt x="5112" y="6519"/>
                </a:cubicBezTo>
                <a:cubicBezTo>
                  <a:pt x="5151" y="6558"/>
                  <a:pt x="5190" y="6589"/>
                  <a:pt x="5234" y="6618"/>
                </a:cubicBezTo>
                <a:cubicBezTo>
                  <a:pt x="5203" y="6645"/>
                  <a:pt x="5172" y="6676"/>
                  <a:pt x="5141" y="6704"/>
                </a:cubicBezTo>
                <a:cubicBezTo>
                  <a:pt x="5100" y="6676"/>
                  <a:pt x="5059" y="6643"/>
                  <a:pt x="5026" y="6608"/>
                </a:cubicBezTo>
                <a:cubicBezTo>
                  <a:pt x="4872" y="6454"/>
                  <a:pt x="4773" y="6240"/>
                  <a:pt x="4773" y="6003"/>
                </a:cubicBezTo>
                <a:cubicBezTo>
                  <a:pt x="4773" y="5767"/>
                  <a:pt x="4870" y="5553"/>
                  <a:pt x="5024" y="5399"/>
                </a:cubicBezTo>
                <a:cubicBezTo>
                  <a:pt x="5178" y="5244"/>
                  <a:pt x="5390" y="5150"/>
                  <a:pt x="5626" y="5150"/>
                </a:cubicBezTo>
                <a:cubicBezTo>
                  <a:pt x="5807" y="5152"/>
                  <a:pt x="5974" y="5209"/>
                  <a:pt x="6110" y="5304"/>
                </a:cubicBezTo>
                <a:close/>
                <a:moveTo>
                  <a:pt x="4664" y="2279"/>
                </a:moveTo>
                <a:cubicBezTo>
                  <a:pt x="4902" y="2279"/>
                  <a:pt x="5118" y="2376"/>
                  <a:pt x="5275" y="2532"/>
                </a:cubicBezTo>
                <a:cubicBezTo>
                  <a:pt x="5431" y="2690"/>
                  <a:pt x="5530" y="2906"/>
                  <a:pt x="5530" y="3145"/>
                </a:cubicBezTo>
                <a:cubicBezTo>
                  <a:pt x="5530" y="3383"/>
                  <a:pt x="5431" y="3599"/>
                  <a:pt x="5275" y="3756"/>
                </a:cubicBezTo>
                <a:cubicBezTo>
                  <a:pt x="5118" y="3914"/>
                  <a:pt x="4902" y="4011"/>
                  <a:pt x="4664" y="4011"/>
                </a:cubicBezTo>
                <a:cubicBezTo>
                  <a:pt x="4423" y="4011"/>
                  <a:pt x="4207" y="3914"/>
                  <a:pt x="4051" y="3756"/>
                </a:cubicBezTo>
                <a:cubicBezTo>
                  <a:pt x="3895" y="3599"/>
                  <a:pt x="3796" y="3383"/>
                  <a:pt x="3796" y="3145"/>
                </a:cubicBezTo>
                <a:cubicBezTo>
                  <a:pt x="3796" y="2906"/>
                  <a:pt x="3895" y="2690"/>
                  <a:pt x="4051" y="2532"/>
                </a:cubicBezTo>
                <a:cubicBezTo>
                  <a:pt x="4207" y="2376"/>
                  <a:pt x="4423" y="2279"/>
                  <a:pt x="4664" y="2279"/>
                </a:cubicBezTo>
                <a:close/>
                <a:moveTo>
                  <a:pt x="5188" y="2620"/>
                </a:moveTo>
                <a:cubicBezTo>
                  <a:pt x="5055" y="2487"/>
                  <a:pt x="4865" y="2405"/>
                  <a:pt x="4664" y="2405"/>
                </a:cubicBezTo>
                <a:cubicBezTo>
                  <a:pt x="4458" y="2405"/>
                  <a:pt x="4273" y="2487"/>
                  <a:pt x="4140" y="2620"/>
                </a:cubicBezTo>
                <a:cubicBezTo>
                  <a:pt x="4006" y="2754"/>
                  <a:pt x="3924" y="2939"/>
                  <a:pt x="3924" y="3145"/>
                </a:cubicBezTo>
                <a:cubicBezTo>
                  <a:pt x="3924" y="3350"/>
                  <a:pt x="4006" y="3536"/>
                  <a:pt x="4140" y="3669"/>
                </a:cubicBezTo>
                <a:cubicBezTo>
                  <a:pt x="4273" y="3803"/>
                  <a:pt x="4458" y="3885"/>
                  <a:pt x="4664" y="3885"/>
                </a:cubicBezTo>
                <a:cubicBezTo>
                  <a:pt x="4870" y="3885"/>
                  <a:pt x="5055" y="3803"/>
                  <a:pt x="5188" y="3669"/>
                </a:cubicBezTo>
                <a:cubicBezTo>
                  <a:pt x="5322" y="3536"/>
                  <a:pt x="5404" y="3348"/>
                  <a:pt x="5404" y="3145"/>
                </a:cubicBezTo>
                <a:cubicBezTo>
                  <a:pt x="5406" y="2941"/>
                  <a:pt x="5322" y="2756"/>
                  <a:pt x="5188" y="2620"/>
                </a:cubicBezTo>
                <a:close/>
                <a:moveTo>
                  <a:pt x="854" y="2291"/>
                </a:moveTo>
                <a:cubicBezTo>
                  <a:pt x="1090" y="2291"/>
                  <a:pt x="1304" y="2386"/>
                  <a:pt x="1458" y="2540"/>
                </a:cubicBezTo>
                <a:cubicBezTo>
                  <a:pt x="1612" y="2695"/>
                  <a:pt x="1709" y="2908"/>
                  <a:pt x="1709" y="3145"/>
                </a:cubicBezTo>
                <a:cubicBezTo>
                  <a:pt x="1709" y="3381"/>
                  <a:pt x="1614" y="3595"/>
                  <a:pt x="1460" y="3749"/>
                </a:cubicBezTo>
                <a:cubicBezTo>
                  <a:pt x="1306" y="3904"/>
                  <a:pt x="1092" y="3998"/>
                  <a:pt x="856" y="3998"/>
                </a:cubicBezTo>
                <a:cubicBezTo>
                  <a:pt x="619" y="3998"/>
                  <a:pt x="407" y="3904"/>
                  <a:pt x="253" y="3749"/>
                </a:cubicBezTo>
                <a:cubicBezTo>
                  <a:pt x="99" y="3595"/>
                  <a:pt x="0" y="3381"/>
                  <a:pt x="0" y="3145"/>
                </a:cubicBezTo>
                <a:cubicBezTo>
                  <a:pt x="0" y="2908"/>
                  <a:pt x="95" y="2695"/>
                  <a:pt x="249" y="2540"/>
                </a:cubicBezTo>
                <a:cubicBezTo>
                  <a:pt x="403" y="2388"/>
                  <a:pt x="619" y="2291"/>
                  <a:pt x="854" y="2291"/>
                </a:cubicBezTo>
                <a:close/>
                <a:moveTo>
                  <a:pt x="1370" y="2631"/>
                </a:moveTo>
                <a:cubicBezTo>
                  <a:pt x="1240" y="2499"/>
                  <a:pt x="1057" y="2417"/>
                  <a:pt x="856" y="2417"/>
                </a:cubicBezTo>
                <a:cubicBezTo>
                  <a:pt x="656" y="2417"/>
                  <a:pt x="473" y="2499"/>
                  <a:pt x="342" y="2631"/>
                </a:cubicBezTo>
                <a:cubicBezTo>
                  <a:pt x="212" y="2762"/>
                  <a:pt x="130" y="2943"/>
                  <a:pt x="130" y="3145"/>
                </a:cubicBezTo>
                <a:cubicBezTo>
                  <a:pt x="130" y="3344"/>
                  <a:pt x="212" y="3527"/>
                  <a:pt x="342" y="3659"/>
                </a:cubicBezTo>
                <a:cubicBezTo>
                  <a:pt x="473" y="3791"/>
                  <a:pt x="656" y="3873"/>
                  <a:pt x="860" y="3873"/>
                </a:cubicBezTo>
                <a:cubicBezTo>
                  <a:pt x="1059" y="3873"/>
                  <a:pt x="1242" y="3791"/>
                  <a:pt x="1374" y="3659"/>
                </a:cubicBezTo>
                <a:cubicBezTo>
                  <a:pt x="1503" y="3527"/>
                  <a:pt x="1586" y="3344"/>
                  <a:pt x="1586" y="3145"/>
                </a:cubicBezTo>
                <a:cubicBezTo>
                  <a:pt x="1581" y="2943"/>
                  <a:pt x="1501" y="2762"/>
                  <a:pt x="1370" y="2631"/>
                </a:cubicBezTo>
                <a:close/>
                <a:moveTo>
                  <a:pt x="1540" y="5456"/>
                </a:moveTo>
                <a:cubicBezTo>
                  <a:pt x="1715" y="5456"/>
                  <a:pt x="1871" y="5528"/>
                  <a:pt x="1985" y="5637"/>
                </a:cubicBezTo>
                <a:cubicBezTo>
                  <a:pt x="2098" y="5750"/>
                  <a:pt x="2168" y="5909"/>
                  <a:pt x="2168" y="6083"/>
                </a:cubicBezTo>
                <a:cubicBezTo>
                  <a:pt x="2168" y="6258"/>
                  <a:pt x="2096" y="6414"/>
                  <a:pt x="1985" y="6528"/>
                </a:cubicBezTo>
                <a:cubicBezTo>
                  <a:pt x="1871" y="6641"/>
                  <a:pt x="1715" y="6709"/>
                  <a:pt x="1540" y="6709"/>
                </a:cubicBezTo>
                <a:cubicBezTo>
                  <a:pt x="1368" y="6709"/>
                  <a:pt x="1209" y="6639"/>
                  <a:pt x="1094" y="6528"/>
                </a:cubicBezTo>
                <a:cubicBezTo>
                  <a:pt x="983" y="6414"/>
                  <a:pt x="911" y="6258"/>
                  <a:pt x="911" y="6083"/>
                </a:cubicBezTo>
                <a:cubicBezTo>
                  <a:pt x="911" y="5909"/>
                  <a:pt x="983" y="5750"/>
                  <a:pt x="1092" y="5637"/>
                </a:cubicBezTo>
                <a:cubicBezTo>
                  <a:pt x="1209" y="5524"/>
                  <a:pt x="1366" y="5456"/>
                  <a:pt x="1540" y="5456"/>
                </a:cubicBezTo>
                <a:close/>
                <a:moveTo>
                  <a:pt x="1894" y="5728"/>
                </a:moveTo>
                <a:cubicBezTo>
                  <a:pt x="1806" y="5637"/>
                  <a:pt x="1678" y="5582"/>
                  <a:pt x="1538" y="5582"/>
                </a:cubicBezTo>
                <a:cubicBezTo>
                  <a:pt x="1398" y="5582"/>
                  <a:pt x="1273" y="5637"/>
                  <a:pt x="1181" y="5728"/>
                </a:cubicBezTo>
                <a:cubicBezTo>
                  <a:pt x="1090" y="5818"/>
                  <a:pt x="1035" y="5944"/>
                  <a:pt x="1035" y="6085"/>
                </a:cubicBezTo>
                <a:cubicBezTo>
                  <a:pt x="1035" y="6227"/>
                  <a:pt x="1090" y="6351"/>
                  <a:pt x="1181" y="6443"/>
                </a:cubicBezTo>
                <a:cubicBezTo>
                  <a:pt x="1271" y="6532"/>
                  <a:pt x="1396" y="6589"/>
                  <a:pt x="1538" y="6589"/>
                </a:cubicBezTo>
                <a:cubicBezTo>
                  <a:pt x="1676" y="6589"/>
                  <a:pt x="1802" y="6532"/>
                  <a:pt x="1894" y="6443"/>
                </a:cubicBezTo>
                <a:cubicBezTo>
                  <a:pt x="1987" y="6353"/>
                  <a:pt x="2042" y="6227"/>
                  <a:pt x="2042" y="6085"/>
                </a:cubicBezTo>
                <a:cubicBezTo>
                  <a:pt x="2044" y="5946"/>
                  <a:pt x="1987" y="5820"/>
                  <a:pt x="1894" y="5728"/>
                </a:cubicBezTo>
                <a:close/>
              </a:path>
            </a:pathLst>
          </a:custGeom>
          <a:solidFill>
            <a:srgbClr val="88A6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7" name="Google Shape;517;p34"/>
          <p:cNvSpPr/>
          <p:nvPr/>
        </p:nvSpPr>
        <p:spPr>
          <a:xfrm>
            <a:off x="7322335" y="3348442"/>
            <a:ext cx="776977" cy="613097"/>
          </a:xfrm>
          <a:custGeom>
            <a:avLst/>
            <a:gdLst/>
            <a:ahLst/>
            <a:cxnLst/>
            <a:rect l="l" t="t" r="r" b="b"/>
            <a:pathLst>
              <a:path w="5201" h="4104" extrusionOk="0">
                <a:moveTo>
                  <a:pt x="5201" y="2680"/>
                </a:moveTo>
                <a:lnTo>
                  <a:pt x="5201" y="2680"/>
                </a:lnTo>
                <a:lnTo>
                  <a:pt x="5199" y="2682"/>
                </a:lnTo>
                <a:lnTo>
                  <a:pt x="5188" y="2705"/>
                </a:lnTo>
                <a:lnTo>
                  <a:pt x="5186" y="2709"/>
                </a:lnTo>
                <a:lnTo>
                  <a:pt x="5182" y="2711"/>
                </a:lnTo>
                <a:lnTo>
                  <a:pt x="5180" y="2713"/>
                </a:lnTo>
                <a:lnTo>
                  <a:pt x="5178" y="2715"/>
                </a:lnTo>
                <a:cubicBezTo>
                  <a:pt x="5170" y="2736"/>
                  <a:pt x="5159" y="2756"/>
                  <a:pt x="5151" y="2775"/>
                </a:cubicBezTo>
                <a:lnTo>
                  <a:pt x="5149" y="2777"/>
                </a:lnTo>
                <a:lnTo>
                  <a:pt x="5147" y="2779"/>
                </a:lnTo>
                <a:lnTo>
                  <a:pt x="5145" y="2783"/>
                </a:lnTo>
                <a:lnTo>
                  <a:pt x="5141" y="2785"/>
                </a:lnTo>
                <a:lnTo>
                  <a:pt x="5137" y="2795"/>
                </a:lnTo>
                <a:lnTo>
                  <a:pt x="5135" y="2797"/>
                </a:lnTo>
                <a:lnTo>
                  <a:pt x="5131" y="2799"/>
                </a:lnTo>
                <a:cubicBezTo>
                  <a:pt x="5011" y="2711"/>
                  <a:pt x="4859" y="2655"/>
                  <a:pt x="4697" y="2655"/>
                </a:cubicBezTo>
                <a:cubicBezTo>
                  <a:pt x="4497" y="2655"/>
                  <a:pt x="4314" y="2738"/>
                  <a:pt x="4183" y="2869"/>
                </a:cubicBezTo>
                <a:cubicBezTo>
                  <a:pt x="4051" y="3001"/>
                  <a:pt x="3969" y="3184"/>
                  <a:pt x="3969" y="3383"/>
                </a:cubicBezTo>
                <a:cubicBezTo>
                  <a:pt x="3969" y="3585"/>
                  <a:pt x="4051" y="3766"/>
                  <a:pt x="4183" y="3897"/>
                </a:cubicBezTo>
                <a:cubicBezTo>
                  <a:pt x="4222" y="3936"/>
                  <a:pt x="4261" y="3967"/>
                  <a:pt x="4304" y="3996"/>
                </a:cubicBezTo>
                <a:lnTo>
                  <a:pt x="4302" y="3998"/>
                </a:lnTo>
                <a:lnTo>
                  <a:pt x="4298" y="4000"/>
                </a:lnTo>
                <a:lnTo>
                  <a:pt x="4296" y="4002"/>
                </a:lnTo>
                <a:lnTo>
                  <a:pt x="4294" y="4006"/>
                </a:lnTo>
                <a:lnTo>
                  <a:pt x="4292" y="4008"/>
                </a:lnTo>
                <a:lnTo>
                  <a:pt x="4288" y="4010"/>
                </a:lnTo>
                <a:lnTo>
                  <a:pt x="4285" y="4013"/>
                </a:lnTo>
                <a:lnTo>
                  <a:pt x="4283" y="4017"/>
                </a:lnTo>
                <a:lnTo>
                  <a:pt x="4281" y="4019"/>
                </a:lnTo>
                <a:lnTo>
                  <a:pt x="4277" y="4021"/>
                </a:lnTo>
                <a:lnTo>
                  <a:pt x="4275" y="4023"/>
                </a:lnTo>
                <a:lnTo>
                  <a:pt x="4273" y="4027"/>
                </a:lnTo>
                <a:lnTo>
                  <a:pt x="4244" y="4054"/>
                </a:lnTo>
                <a:lnTo>
                  <a:pt x="4242" y="4058"/>
                </a:lnTo>
                <a:lnTo>
                  <a:pt x="4240" y="4060"/>
                </a:lnTo>
                <a:lnTo>
                  <a:pt x="4236" y="4062"/>
                </a:lnTo>
                <a:lnTo>
                  <a:pt x="4234" y="4064"/>
                </a:lnTo>
                <a:lnTo>
                  <a:pt x="4232" y="4068"/>
                </a:lnTo>
                <a:lnTo>
                  <a:pt x="4195" y="4101"/>
                </a:lnTo>
                <a:lnTo>
                  <a:pt x="4193" y="4103"/>
                </a:lnTo>
                <a:cubicBezTo>
                  <a:pt x="4152" y="4074"/>
                  <a:pt x="4111" y="4041"/>
                  <a:pt x="4078" y="4006"/>
                </a:cubicBezTo>
                <a:cubicBezTo>
                  <a:pt x="3924" y="3852"/>
                  <a:pt x="3825" y="3638"/>
                  <a:pt x="3825" y="3402"/>
                </a:cubicBezTo>
                <a:cubicBezTo>
                  <a:pt x="3825" y="3165"/>
                  <a:pt x="3922" y="2951"/>
                  <a:pt x="4076" y="2797"/>
                </a:cubicBezTo>
                <a:cubicBezTo>
                  <a:pt x="4230" y="2643"/>
                  <a:pt x="4442" y="2548"/>
                  <a:pt x="4678" y="2548"/>
                </a:cubicBezTo>
                <a:cubicBezTo>
                  <a:pt x="4898" y="2528"/>
                  <a:pt x="5065" y="2585"/>
                  <a:pt x="5201" y="2680"/>
                </a:cubicBezTo>
                <a:close/>
                <a:moveTo>
                  <a:pt x="2" y="3431"/>
                </a:moveTo>
                <a:cubicBezTo>
                  <a:pt x="43" y="3398"/>
                  <a:pt x="88" y="3367"/>
                  <a:pt x="140" y="3340"/>
                </a:cubicBezTo>
                <a:cubicBezTo>
                  <a:pt x="130" y="3379"/>
                  <a:pt x="123" y="3418"/>
                  <a:pt x="123" y="3459"/>
                </a:cubicBezTo>
                <a:cubicBezTo>
                  <a:pt x="123" y="3597"/>
                  <a:pt x="181" y="3723"/>
                  <a:pt x="272" y="3815"/>
                </a:cubicBezTo>
                <a:cubicBezTo>
                  <a:pt x="360" y="3908"/>
                  <a:pt x="487" y="3963"/>
                  <a:pt x="627" y="3963"/>
                </a:cubicBezTo>
                <a:cubicBezTo>
                  <a:pt x="767" y="3963"/>
                  <a:pt x="893" y="3906"/>
                  <a:pt x="985" y="3815"/>
                </a:cubicBezTo>
                <a:cubicBezTo>
                  <a:pt x="1076" y="3727"/>
                  <a:pt x="1131" y="3599"/>
                  <a:pt x="1131" y="3459"/>
                </a:cubicBezTo>
                <a:cubicBezTo>
                  <a:pt x="1131" y="3320"/>
                  <a:pt x="1076" y="3194"/>
                  <a:pt x="985" y="3102"/>
                </a:cubicBezTo>
                <a:lnTo>
                  <a:pt x="975" y="3091"/>
                </a:lnTo>
                <a:lnTo>
                  <a:pt x="1119" y="3065"/>
                </a:lnTo>
                <a:cubicBezTo>
                  <a:pt x="1203" y="3174"/>
                  <a:pt x="1259" y="3309"/>
                  <a:pt x="1259" y="3457"/>
                </a:cubicBezTo>
                <a:cubicBezTo>
                  <a:pt x="1259" y="3632"/>
                  <a:pt x="1187" y="3790"/>
                  <a:pt x="1076" y="3904"/>
                </a:cubicBezTo>
                <a:cubicBezTo>
                  <a:pt x="962" y="4017"/>
                  <a:pt x="806" y="4085"/>
                  <a:pt x="631" y="4085"/>
                </a:cubicBezTo>
                <a:cubicBezTo>
                  <a:pt x="459" y="4085"/>
                  <a:pt x="298" y="4013"/>
                  <a:pt x="185" y="3904"/>
                </a:cubicBezTo>
                <a:cubicBezTo>
                  <a:pt x="72" y="3790"/>
                  <a:pt x="0" y="3632"/>
                  <a:pt x="0" y="3457"/>
                </a:cubicBezTo>
                <a:close/>
                <a:moveTo>
                  <a:pt x="2961" y="872"/>
                </a:moveTo>
                <a:cubicBezTo>
                  <a:pt x="2998" y="854"/>
                  <a:pt x="3035" y="838"/>
                  <a:pt x="3072" y="817"/>
                </a:cubicBezTo>
                <a:cubicBezTo>
                  <a:pt x="3111" y="901"/>
                  <a:pt x="3163" y="977"/>
                  <a:pt x="3226" y="1045"/>
                </a:cubicBezTo>
                <a:cubicBezTo>
                  <a:pt x="3360" y="1179"/>
                  <a:pt x="3545" y="1261"/>
                  <a:pt x="3751" y="1261"/>
                </a:cubicBezTo>
                <a:cubicBezTo>
                  <a:pt x="3956" y="1261"/>
                  <a:pt x="4142" y="1179"/>
                  <a:pt x="4275" y="1045"/>
                </a:cubicBezTo>
                <a:cubicBezTo>
                  <a:pt x="4409" y="912"/>
                  <a:pt x="4491" y="724"/>
                  <a:pt x="4491" y="521"/>
                </a:cubicBezTo>
                <a:cubicBezTo>
                  <a:pt x="4491" y="358"/>
                  <a:pt x="4440" y="210"/>
                  <a:pt x="4349" y="87"/>
                </a:cubicBezTo>
                <a:cubicBezTo>
                  <a:pt x="4384" y="58"/>
                  <a:pt x="4415" y="29"/>
                  <a:pt x="4442" y="1"/>
                </a:cubicBezTo>
                <a:cubicBezTo>
                  <a:pt x="4551" y="145"/>
                  <a:pt x="4614" y="326"/>
                  <a:pt x="4614" y="521"/>
                </a:cubicBezTo>
                <a:cubicBezTo>
                  <a:pt x="4614" y="759"/>
                  <a:pt x="4518" y="975"/>
                  <a:pt x="4360" y="1132"/>
                </a:cubicBezTo>
                <a:cubicBezTo>
                  <a:pt x="4203" y="1290"/>
                  <a:pt x="3987" y="1387"/>
                  <a:pt x="3749" y="1387"/>
                </a:cubicBezTo>
                <a:cubicBezTo>
                  <a:pt x="3510" y="1387"/>
                  <a:pt x="3294" y="1290"/>
                  <a:pt x="3136" y="1132"/>
                </a:cubicBezTo>
                <a:cubicBezTo>
                  <a:pt x="3068" y="1058"/>
                  <a:pt x="3006" y="973"/>
                  <a:pt x="2961" y="872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8" name="Google Shape;518;p34"/>
          <p:cNvSpPr/>
          <p:nvPr/>
        </p:nvSpPr>
        <p:spPr>
          <a:xfrm>
            <a:off x="5689814" y="2443147"/>
            <a:ext cx="866462" cy="866462"/>
          </a:xfrm>
          <a:custGeom>
            <a:avLst/>
            <a:gdLst/>
            <a:ahLst/>
            <a:cxnLst/>
            <a:rect l="l" t="t" r="r" b="b"/>
            <a:pathLst>
              <a:path w="5800" h="5800" extrusionOk="0">
                <a:moveTo>
                  <a:pt x="2900" y="5799"/>
                </a:moveTo>
                <a:cubicBezTo>
                  <a:pt x="4498" y="5799"/>
                  <a:pt x="5800" y="4496"/>
                  <a:pt x="5800" y="2900"/>
                </a:cubicBezTo>
                <a:cubicBezTo>
                  <a:pt x="5800" y="1300"/>
                  <a:pt x="4496" y="1"/>
                  <a:pt x="2900" y="1"/>
                </a:cubicBezTo>
                <a:cubicBezTo>
                  <a:pt x="1300" y="1"/>
                  <a:pt x="1" y="1304"/>
                  <a:pt x="1" y="2900"/>
                </a:cubicBezTo>
                <a:cubicBezTo>
                  <a:pt x="1" y="4496"/>
                  <a:pt x="1302" y="5799"/>
                  <a:pt x="2900" y="5799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9" name="Google Shape;519;p34"/>
          <p:cNvSpPr/>
          <p:nvPr/>
        </p:nvSpPr>
        <p:spPr>
          <a:xfrm>
            <a:off x="5792146" y="2488262"/>
            <a:ext cx="460271" cy="499411"/>
          </a:xfrm>
          <a:custGeom>
            <a:avLst/>
            <a:gdLst/>
            <a:ahLst/>
            <a:cxnLst/>
            <a:rect l="l" t="t" r="r" b="b"/>
            <a:pathLst>
              <a:path w="3081" h="3343" extrusionOk="0">
                <a:moveTo>
                  <a:pt x="2608" y="1"/>
                </a:moveTo>
                <a:cubicBezTo>
                  <a:pt x="2739" y="1"/>
                  <a:pt x="2855" y="52"/>
                  <a:pt x="2941" y="141"/>
                </a:cubicBezTo>
                <a:cubicBezTo>
                  <a:pt x="3027" y="225"/>
                  <a:pt x="3081" y="344"/>
                  <a:pt x="3081" y="474"/>
                </a:cubicBezTo>
                <a:cubicBezTo>
                  <a:pt x="3081" y="605"/>
                  <a:pt x="3029" y="721"/>
                  <a:pt x="2941" y="809"/>
                </a:cubicBezTo>
                <a:cubicBezTo>
                  <a:pt x="2855" y="895"/>
                  <a:pt x="2739" y="947"/>
                  <a:pt x="2608" y="947"/>
                </a:cubicBezTo>
                <a:cubicBezTo>
                  <a:pt x="2476" y="947"/>
                  <a:pt x="2361" y="895"/>
                  <a:pt x="2273" y="809"/>
                </a:cubicBezTo>
                <a:cubicBezTo>
                  <a:pt x="2188" y="725"/>
                  <a:pt x="2135" y="605"/>
                  <a:pt x="2135" y="474"/>
                </a:cubicBezTo>
                <a:cubicBezTo>
                  <a:pt x="2135" y="344"/>
                  <a:pt x="2186" y="227"/>
                  <a:pt x="2273" y="141"/>
                </a:cubicBezTo>
                <a:cubicBezTo>
                  <a:pt x="2361" y="56"/>
                  <a:pt x="2478" y="1"/>
                  <a:pt x="2608" y="1"/>
                </a:cubicBezTo>
                <a:close/>
                <a:moveTo>
                  <a:pt x="994" y="2308"/>
                </a:moveTo>
                <a:cubicBezTo>
                  <a:pt x="1138" y="2308"/>
                  <a:pt x="1265" y="2364"/>
                  <a:pt x="1358" y="2458"/>
                </a:cubicBezTo>
                <a:cubicBezTo>
                  <a:pt x="1454" y="2555"/>
                  <a:pt x="1510" y="2682"/>
                  <a:pt x="1510" y="2826"/>
                </a:cubicBezTo>
                <a:cubicBezTo>
                  <a:pt x="1510" y="2970"/>
                  <a:pt x="1454" y="3100"/>
                  <a:pt x="1358" y="3192"/>
                </a:cubicBezTo>
                <a:cubicBezTo>
                  <a:pt x="1265" y="3287"/>
                  <a:pt x="1136" y="3342"/>
                  <a:pt x="992" y="3342"/>
                </a:cubicBezTo>
                <a:cubicBezTo>
                  <a:pt x="846" y="3342"/>
                  <a:pt x="718" y="3287"/>
                  <a:pt x="626" y="3192"/>
                </a:cubicBezTo>
                <a:cubicBezTo>
                  <a:pt x="533" y="3096"/>
                  <a:pt x="473" y="2968"/>
                  <a:pt x="473" y="2824"/>
                </a:cubicBezTo>
                <a:cubicBezTo>
                  <a:pt x="473" y="2680"/>
                  <a:pt x="531" y="2551"/>
                  <a:pt x="626" y="2458"/>
                </a:cubicBezTo>
                <a:cubicBezTo>
                  <a:pt x="720" y="2366"/>
                  <a:pt x="852" y="2308"/>
                  <a:pt x="994" y="2308"/>
                </a:cubicBezTo>
                <a:close/>
                <a:moveTo>
                  <a:pt x="1300" y="2524"/>
                </a:moveTo>
                <a:cubicBezTo>
                  <a:pt x="1222" y="2446"/>
                  <a:pt x="1115" y="2396"/>
                  <a:pt x="996" y="2396"/>
                </a:cubicBezTo>
                <a:cubicBezTo>
                  <a:pt x="876" y="2396"/>
                  <a:pt x="769" y="2446"/>
                  <a:pt x="691" y="2524"/>
                </a:cubicBezTo>
                <a:cubicBezTo>
                  <a:pt x="615" y="2600"/>
                  <a:pt x="566" y="2709"/>
                  <a:pt x="566" y="2826"/>
                </a:cubicBezTo>
                <a:cubicBezTo>
                  <a:pt x="566" y="2946"/>
                  <a:pt x="615" y="3052"/>
                  <a:pt x="691" y="3131"/>
                </a:cubicBezTo>
                <a:cubicBezTo>
                  <a:pt x="769" y="3207"/>
                  <a:pt x="876" y="3256"/>
                  <a:pt x="996" y="3256"/>
                </a:cubicBezTo>
                <a:cubicBezTo>
                  <a:pt x="1115" y="3256"/>
                  <a:pt x="1222" y="3207"/>
                  <a:pt x="1300" y="3131"/>
                </a:cubicBezTo>
                <a:cubicBezTo>
                  <a:pt x="1376" y="3052"/>
                  <a:pt x="1425" y="2946"/>
                  <a:pt x="1425" y="2826"/>
                </a:cubicBezTo>
                <a:cubicBezTo>
                  <a:pt x="1425" y="2709"/>
                  <a:pt x="1376" y="2600"/>
                  <a:pt x="1300" y="2524"/>
                </a:cubicBezTo>
                <a:close/>
                <a:moveTo>
                  <a:pt x="301" y="1451"/>
                </a:moveTo>
                <a:cubicBezTo>
                  <a:pt x="383" y="1451"/>
                  <a:pt x="461" y="1486"/>
                  <a:pt x="515" y="1539"/>
                </a:cubicBezTo>
                <a:cubicBezTo>
                  <a:pt x="570" y="1592"/>
                  <a:pt x="603" y="1671"/>
                  <a:pt x="603" y="1753"/>
                </a:cubicBezTo>
                <a:cubicBezTo>
                  <a:pt x="603" y="1835"/>
                  <a:pt x="568" y="1911"/>
                  <a:pt x="515" y="1965"/>
                </a:cubicBezTo>
                <a:cubicBezTo>
                  <a:pt x="461" y="2020"/>
                  <a:pt x="383" y="2053"/>
                  <a:pt x="301" y="2053"/>
                </a:cubicBezTo>
                <a:cubicBezTo>
                  <a:pt x="220" y="2053"/>
                  <a:pt x="142" y="2020"/>
                  <a:pt x="89" y="1965"/>
                </a:cubicBezTo>
                <a:cubicBezTo>
                  <a:pt x="33" y="1911"/>
                  <a:pt x="0" y="1835"/>
                  <a:pt x="0" y="1753"/>
                </a:cubicBezTo>
                <a:cubicBezTo>
                  <a:pt x="0" y="1671"/>
                  <a:pt x="35" y="1592"/>
                  <a:pt x="89" y="1539"/>
                </a:cubicBezTo>
                <a:cubicBezTo>
                  <a:pt x="144" y="1486"/>
                  <a:pt x="220" y="1451"/>
                  <a:pt x="301" y="1451"/>
                </a:cubicBezTo>
                <a:close/>
                <a:moveTo>
                  <a:pt x="451" y="1601"/>
                </a:moveTo>
                <a:cubicBezTo>
                  <a:pt x="412" y="1562"/>
                  <a:pt x="358" y="1537"/>
                  <a:pt x="301" y="1537"/>
                </a:cubicBezTo>
                <a:cubicBezTo>
                  <a:pt x="243" y="1537"/>
                  <a:pt x="190" y="1560"/>
                  <a:pt x="153" y="1601"/>
                </a:cubicBezTo>
                <a:cubicBezTo>
                  <a:pt x="114" y="1640"/>
                  <a:pt x="89" y="1691"/>
                  <a:pt x="89" y="1749"/>
                </a:cubicBezTo>
                <a:cubicBezTo>
                  <a:pt x="89" y="1808"/>
                  <a:pt x="111" y="1862"/>
                  <a:pt x="153" y="1899"/>
                </a:cubicBezTo>
                <a:cubicBezTo>
                  <a:pt x="192" y="1938"/>
                  <a:pt x="245" y="1961"/>
                  <a:pt x="301" y="1961"/>
                </a:cubicBezTo>
                <a:cubicBezTo>
                  <a:pt x="360" y="1961"/>
                  <a:pt x="414" y="1938"/>
                  <a:pt x="451" y="1899"/>
                </a:cubicBezTo>
                <a:cubicBezTo>
                  <a:pt x="490" y="1860"/>
                  <a:pt x="515" y="1806"/>
                  <a:pt x="515" y="1749"/>
                </a:cubicBezTo>
                <a:cubicBezTo>
                  <a:pt x="515" y="1693"/>
                  <a:pt x="492" y="1642"/>
                  <a:pt x="451" y="1601"/>
                </a:cubicBezTo>
                <a:close/>
                <a:moveTo>
                  <a:pt x="2608" y="89"/>
                </a:moveTo>
                <a:cubicBezTo>
                  <a:pt x="2503" y="89"/>
                  <a:pt x="2404" y="132"/>
                  <a:pt x="2334" y="202"/>
                </a:cubicBezTo>
                <a:cubicBezTo>
                  <a:pt x="2267" y="272"/>
                  <a:pt x="2221" y="369"/>
                  <a:pt x="2221" y="474"/>
                </a:cubicBezTo>
                <a:cubicBezTo>
                  <a:pt x="2221" y="581"/>
                  <a:pt x="2267" y="677"/>
                  <a:pt x="2334" y="747"/>
                </a:cubicBezTo>
                <a:cubicBezTo>
                  <a:pt x="2404" y="815"/>
                  <a:pt x="2503" y="860"/>
                  <a:pt x="2608" y="860"/>
                </a:cubicBezTo>
                <a:cubicBezTo>
                  <a:pt x="2713" y="860"/>
                  <a:pt x="2811" y="817"/>
                  <a:pt x="2879" y="747"/>
                </a:cubicBezTo>
                <a:cubicBezTo>
                  <a:pt x="2949" y="677"/>
                  <a:pt x="2992" y="581"/>
                  <a:pt x="2992" y="474"/>
                </a:cubicBezTo>
                <a:cubicBezTo>
                  <a:pt x="2992" y="262"/>
                  <a:pt x="2820" y="89"/>
                  <a:pt x="2608" y="89"/>
                </a:cubicBezTo>
                <a:close/>
              </a:path>
            </a:pathLst>
          </a:custGeom>
          <a:solidFill>
            <a:srgbClr val="88A6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0" name="Google Shape;520;p34"/>
          <p:cNvSpPr/>
          <p:nvPr/>
        </p:nvSpPr>
        <p:spPr>
          <a:xfrm>
            <a:off x="5776161" y="2566691"/>
            <a:ext cx="780115" cy="743215"/>
          </a:xfrm>
          <a:custGeom>
            <a:avLst/>
            <a:gdLst/>
            <a:ahLst/>
            <a:cxnLst/>
            <a:rect l="l" t="t" r="r" b="b"/>
            <a:pathLst>
              <a:path w="5222" h="4975" extrusionOk="0">
                <a:moveTo>
                  <a:pt x="4350" y="0"/>
                </a:moveTo>
                <a:cubicBezTo>
                  <a:pt x="4742" y="385"/>
                  <a:pt x="5026" y="878"/>
                  <a:pt x="5152" y="1433"/>
                </a:cubicBezTo>
                <a:cubicBezTo>
                  <a:pt x="5010" y="1448"/>
                  <a:pt x="4880" y="1512"/>
                  <a:pt x="4786" y="1610"/>
                </a:cubicBezTo>
                <a:cubicBezTo>
                  <a:pt x="4675" y="1721"/>
                  <a:pt x="4607" y="1876"/>
                  <a:pt x="4607" y="2046"/>
                </a:cubicBezTo>
                <a:cubicBezTo>
                  <a:pt x="4607" y="2217"/>
                  <a:pt x="4675" y="2371"/>
                  <a:pt x="4786" y="2484"/>
                </a:cubicBezTo>
                <a:cubicBezTo>
                  <a:pt x="4886" y="2585"/>
                  <a:pt x="5018" y="2649"/>
                  <a:pt x="5164" y="2661"/>
                </a:cubicBezTo>
                <a:cubicBezTo>
                  <a:pt x="4917" y="3870"/>
                  <a:pt x="3918" y="4806"/>
                  <a:pt x="2674" y="4954"/>
                </a:cubicBezTo>
                <a:cubicBezTo>
                  <a:pt x="2676" y="4933"/>
                  <a:pt x="2676" y="4913"/>
                  <a:pt x="2676" y="4894"/>
                </a:cubicBezTo>
                <a:cubicBezTo>
                  <a:pt x="2676" y="4705"/>
                  <a:pt x="2600" y="4534"/>
                  <a:pt x="2476" y="4411"/>
                </a:cubicBezTo>
                <a:cubicBezTo>
                  <a:pt x="2353" y="4288"/>
                  <a:pt x="2180" y="4212"/>
                  <a:pt x="1993" y="4212"/>
                </a:cubicBezTo>
                <a:cubicBezTo>
                  <a:pt x="1802" y="4212"/>
                  <a:pt x="1633" y="4288"/>
                  <a:pt x="1510" y="4411"/>
                </a:cubicBezTo>
                <a:cubicBezTo>
                  <a:pt x="1407" y="4514"/>
                  <a:pt x="1337" y="4648"/>
                  <a:pt x="1317" y="4798"/>
                </a:cubicBezTo>
                <a:cubicBezTo>
                  <a:pt x="790" y="4602"/>
                  <a:pt x="334" y="4257"/>
                  <a:pt x="0" y="3815"/>
                </a:cubicBezTo>
                <a:cubicBezTo>
                  <a:pt x="1238" y="3872"/>
                  <a:pt x="1701" y="3615"/>
                  <a:pt x="2090" y="2667"/>
                </a:cubicBezTo>
                <a:cubicBezTo>
                  <a:pt x="2503" y="1660"/>
                  <a:pt x="3457" y="2795"/>
                  <a:pt x="3737" y="1218"/>
                </a:cubicBezTo>
                <a:cubicBezTo>
                  <a:pt x="3871" y="467"/>
                  <a:pt x="4121" y="138"/>
                  <a:pt x="4350" y="0"/>
                </a:cubicBezTo>
                <a:close/>
                <a:moveTo>
                  <a:pt x="5166" y="1518"/>
                </a:moveTo>
                <a:cubicBezTo>
                  <a:pt x="5043" y="1530"/>
                  <a:pt x="4930" y="1588"/>
                  <a:pt x="4845" y="1670"/>
                </a:cubicBezTo>
                <a:cubicBezTo>
                  <a:pt x="4751" y="1765"/>
                  <a:pt x="4691" y="1898"/>
                  <a:pt x="4691" y="2042"/>
                </a:cubicBezTo>
                <a:cubicBezTo>
                  <a:pt x="4691" y="2188"/>
                  <a:pt x="4751" y="2320"/>
                  <a:pt x="4845" y="2414"/>
                </a:cubicBezTo>
                <a:cubicBezTo>
                  <a:pt x="4932" y="2503"/>
                  <a:pt x="5049" y="2558"/>
                  <a:pt x="5176" y="2567"/>
                </a:cubicBezTo>
                <a:cubicBezTo>
                  <a:pt x="5205" y="2404"/>
                  <a:pt x="5219" y="2238"/>
                  <a:pt x="5219" y="2067"/>
                </a:cubicBezTo>
                <a:cubicBezTo>
                  <a:pt x="5222" y="1882"/>
                  <a:pt x="5203" y="1697"/>
                  <a:pt x="5166" y="1518"/>
                </a:cubicBezTo>
                <a:close/>
                <a:moveTo>
                  <a:pt x="2581" y="4962"/>
                </a:moveTo>
                <a:cubicBezTo>
                  <a:pt x="2583" y="4940"/>
                  <a:pt x="2585" y="4915"/>
                  <a:pt x="2585" y="4892"/>
                </a:cubicBezTo>
                <a:cubicBezTo>
                  <a:pt x="2585" y="4728"/>
                  <a:pt x="2520" y="4580"/>
                  <a:pt x="2411" y="4471"/>
                </a:cubicBezTo>
                <a:cubicBezTo>
                  <a:pt x="2304" y="4364"/>
                  <a:pt x="2153" y="4296"/>
                  <a:pt x="1989" y="4296"/>
                </a:cubicBezTo>
                <a:cubicBezTo>
                  <a:pt x="1824" y="4296"/>
                  <a:pt x="1676" y="4364"/>
                  <a:pt x="1567" y="4471"/>
                </a:cubicBezTo>
                <a:cubicBezTo>
                  <a:pt x="1475" y="4563"/>
                  <a:pt x="1413" y="4687"/>
                  <a:pt x="1399" y="4826"/>
                </a:cubicBezTo>
                <a:cubicBezTo>
                  <a:pt x="1689" y="4923"/>
                  <a:pt x="1997" y="4975"/>
                  <a:pt x="2320" y="4975"/>
                </a:cubicBezTo>
                <a:cubicBezTo>
                  <a:pt x="2408" y="4972"/>
                  <a:pt x="2497" y="4970"/>
                  <a:pt x="2581" y="4962"/>
                </a:cubicBezTo>
                <a:close/>
              </a:path>
            </a:pathLst>
          </a:custGeom>
          <a:solidFill>
            <a:srgbClr val="88A6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1" name="Google Shape;521;p34"/>
          <p:cNvSpPr/>
          <p:nvPr/>
        </p:nvSpPr>
        <p:spPr>
          <a:xfrm>
            <a:off x="6226867" y="2925075"/>
            <a:ext cx="83061" cy="83210"/>
          </a:xfrm>
          <a:custGeom>
            <a:avLst/>
            <a:gdLst/>
            <a:ahLst/>
            <a:cxnLst/>
            <a:rect l="l" t="t" r="r" b="b"/>
            <a:pathLst>
              <a:path w="556" h="557" extrusionOk="0">
                <a:moveTo>
                  <a:pt x="278" y="556"/>
                </a:moveTo>
                <a:cubicBezTo>
                  <a:pt x="430" y="556"/>
                  <a:pt x="555" y="433"/>
                  <a:pt x="555" y="279"/>
                </a:cubicBezTo>
                <a:cubicBezTo>
                  <a:pt x="555" y="126"/>
                  <a:pt x="432" y="1"/>
                  <a:pt x="278" y="1"/>
                </a:cubicBezTo>
                <a:cubicBezTo>
                  <a:pt x="128" y="1"/>
                  <a:pt x="0" y="124"/>
                  <a:pt x="0" y="279"/>
                </a:cubicBezTo>
                <a:cubicBezTo>
                  <a:pt x="0" y="429"/>
                  <a:pt x="128" y="556"/>
                  <a:pt x="278" y="556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2" name="Google Shape;522;p34"/>
          <p:cNvSpPr txBox="1">
            <a:spLocks noGrp="1"/>
          </p:cNvSpPr>
          <p:nvPr>
            <p:ph type="subTitle" idx="1"/>
          </p:nvPr>
        </p:nvSpPr>
        <p:spPr>
          <a:xfrm rot="-546">
            <a:off x="956175" y="4045951"/>
            <a:ext cx="3776700" cy="42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môn</a:t>
            </a:r>
            <a:r>
              <a:rPr lang="en-US" dirty="0"/>
              <a:t> </a:t>
            </a:r>
            <a:r>
              <a:rPr lang="en-US" dirty="0" err="1"/>
              <a:t>xử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ngôn</a:t>
            </a:r>
            <a:r>
              <a:rPr lang="en-US" dirty="0"/>
              <a:t> </a:t>
            </a:r>
            <a:r>
              <a:rPr lang="en-US" dirty="0" err="1"/>
              <a:t>ngữ</a:t>
            </a:r>
            <a:r>
              <a:rPr lang="en-US" dirty="0"/>
              <a:t> </a:t>
            </a:r>
            <a:r>
              <a:rPr lang="en-US" dirty="0" err="1"/>
              <a:t>tự</a:t>
            </a:r>
            <a:r>
              <a:rPr lang="en-US" dirty="0"/>
              <a:t> </a:t>
            </a:r>
            <a:r>
              <a:rPr lang="en-US" dirty="0" err="1"/>
              <a:t>nhiên</a:t>
            </a:r>
            <a:endParaRPr lang="en-US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CSC15006_20CNTThức1</a:t>
            </a:r>
          </a:p>
        </p:txBody>
      </p:sp>
      <p:sp>
        <p:nvSpPr>
          <p:cNvPr id="523" name="Google Shape;523;p34"/>
          <p:cNvSpPr txBox="1">
            <a:spLocks noGrp="1"/>
          </p:cNvSpPr>
          <p:nvPr>
            <p:ph type="ctrTitle"/>
          </p:nvPr>
        </p:nvSpPr>
        <p:spPr>
          <a:xfrm>
            <a:off x="956175" y="1296625"/>
            <a:ext cx="4732500" cy="252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dirty="0">
                <a:solidFill>
                  <a:schemeClr val="dk1"/>
                </a:solidFill>
              </a:rPr>
              <a:t>Twitter-Based Gender Recognition Using</a:t>
            </a:r>
            <a:br>
              <a:rPr lang="en-US" sz="4000" dirty="0">
                <a:solidFill>
                  <a:schemeClr val="dk1"/>
                </a:solidFill>
              </a:rPr>
            </a:br>
            <a:r>
              <a:rPr lang="en-US" sz="4000" dirty="0">
                <a:solidFill>
                  <a:schemeClr val="dk1"/>
                </a:solidFill>
              </a:rPr>
              <a:t>Transformers</a:t>
            </a:r>
            <a:endParaRPr lang="en-US" sz="4000" dirty="0">
              <a:solidFill>
                <a:schemeClr val="dk2"/>
              </a:solidFill>
            </a:endParaRPr>
          </a:p>
        </p:txBody>
      </p:sp>
      <p:sp>
        <p:nvSpPr>
          <p:cNvPr id="524" name="Google Shape;524;p34"/>
          <p:cNvSpPr/>
          <p:nvPr/>
        </p:nvSpPr>
        <p:spPr>
          <a:xfrm>
            <a:off x="6272456" y="4253075"/>
            <a:ext cx="940826" cy="716932"/>
          </a:xfrm>
          <a:custGeom>
            <a:avLst/>
            <a:gdLst/>
            <a:ahLst/>
            <a:cxnLst/>
            <a:rect l="l" t="t" r="r" b="b"/>
            <a:pathLst>
              <a:path w="19298" h="16869" extrusionOk="0">
                <a:moveTo>
                  <a:pt x="19298" y="1611"/>
                </a:moveTo>
                <a:lnTo>
                  <a:pt x="19298" y="16869"/>
                </a:lnTo>
                <a:lnTo>
                  <a:pt x="1" y="16869"/>
                </a:lnTo>
                <a:lnTo>
                  <a:pt x="1" y="1611"/>
                </a:lnTo>
                <a:cubicBezTo>
                  <a:pt x="1" y="1381"/>
                  <a:pt x="192" y="1189"/>
                  <a:pt x="422" y="1189"/>
                </a:cubicBezTo>
                <a:lnTo>
                  <a:pt x="10054" y="1189"/>
                </a:lnTo>
                <a:lnTo>
                  <a:pt x="10223" y="178"/>
                </a:lnTo>
                <a:cubicBezTo>
                  <a:pt x="10241" y="75"/>
                  <a:pt x="10330" y="1"/>
                  <a:pt x="10433" y="1"/>
                </a:cubicBezTo>
                <a:lnTo>
                  <a:pt x="16655" y="1"/>
                </a:lnTo>
                <a:cubicBezTo>
                  <a:pt x="16758" y="1"/>
                  <a:pt x="16844" y="77"/>
                  <a:pt x="16863" y="178"/>
                </a:cubicBezTo>
                <a:lnTo>
                  <a:pt x="17034" y="1189"/>
                </a:lnTo>
                <a:lnTo>
                  <a:pt x="18876" y="1189"/>
                </a:lnTo>
                <a:cubicBezTo>
                  <a:pt x="19110" y="1189"/>
                  <a:pt x="19298" y="1381"/>
                  <a:pt x="19298" y="1611"/>
                </a:cubicBezTo>
                <a:close/>
              </a:path>
            </a:pathLst>
          </a:custGeom>
          <a:solidFill>
            <a:srgbClr val="F8EF5B"/>
          </a:solidFill>
          <a:ln>
            <a:noFill/>
          </a:ln>
          <a:effectLst>
            <a:outerShdw dist="104775" dir="1860000" algn="bl" rotWithShape="0">
              <a:schemeClr val="lt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5" name="Google Shape;525;p34"/>
          <p:cNvSpPr/>
          <p:nvPr/>
        </p:nvSpPr>
        <p:spPr>
          <a:xfrm>
            <a:off x="7410936" y="4253075"/>
            <a:ext cx="940826" cy="716932"/>
          </a:xfrm>
          <a:custGeom>
            <a:avLst/>
            <a:gdLst/>
            <a:ahLst/>
            <a:cxnLst/>
            <a:rect l="l" t="t" r="r" b="b"/>
            <a:pathLst>
              <a:path w="19298" h="16869" extrusionOk="0">
                <a:moveTo>
                  <a:pt x="19298" y="1611"/>
                </a:moveTo>
                <a:lnTo>
                  <a:pt x="19298" y="16869"/>
                </a:lnTo>
                <a:lnTo>
                  <a:pt x="1" y="16869"/>
                </a:lnTo>
                <a:lnTo>
                  <a:pt x="1" y="1611"/>
                </a:lnTo>
                <a:cubicBezTo>
                  <a:pt x="1" y="1381"/>
                  <a:pt x="192" y="1189"/>
                  <a:pt x="422" y="1189"/>
                </a:cubicBezTo>
                <a:lnTo>
                  <a:pt x="10054" y="1189"/>
                </a:lnTo>
                <a:lnTo>
                  <a:pt x="10223" y="178"/>
                </a:lnTo>
                <a:cubicBezTo>
                  <a:pt x="10241" y="75"/>
                  <a:pt x="10330" y="1"/>
                  <a:pt x="10433" y="1"/>
                </a:cubicBezTo>
                <a:lnTo>
                  <a:pt x="16655" y="1"/>
                </a:lnTo>
                <a:cubicBezTo>
                  <a:pt x="16758" y="1"/>
                  <a:pt x="16844" y="77"/>
                  <a:pt x="16863" y="178"/>
                </a:cubicBezTo>
                <a:lnTo>
                  <a:pt x="17034" y="1189"/>
                </a:lnTo>
                <a:lnTo>
                  <a:pt x="18876" y="1189"/>
                </a:lnTo>
                <a:cubicBezTo>
                  <a:pt x="19110" y="1189"/>
                  <a:pt x="19298" y="1381"/>
                  <a:pt x="19298" y="1611"/>
                </a:cubicBezTo>
                <a:close/>
              </a:path>
            </a:pathLst>
          </a:custGeom>
          <a:solidFill>
            <a:srgbClr val="F8EF5B"/>
          </a:solidFill>
          <a:ln>
            <a:noFill/>
          </a:ln>
          <a:effectLst>
            <a:outerShdw dist="104775" dir="1860000" algn="bl" rotWithShape="0">
              <a:schemeClr val="lt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6" name="Google Shape;526;p34"/>
          <p:cNvSpPr/>
          <p:nvPr/>
        </p:nvSpPr>
        <p:spPr>
          <a:xfrm>
            <a:off x="5133975" y="4253075"/>
            <a:ext cx="940826" cy="716932"/>
          </a:xfrm>
          <a:custGeom>
            <a:avLst/>
            <a:gdLst/>
            <a:ahLst/>
            <a:cxnLst/>
            <a:rect l="l" t="t" r="r" b="b"/>
            <a:pathLst>
              <a:path w="19298" h="16869" extrusionOk="0">
                <a:moveTo>
                  <a:pt x="19298" y="1611"/>
                </a:moveTo>
                <a:lnTo>
                  <a:pt x="19298" y="16869"/>
                </a:lnTo>
                <a:lnTo>
                  <a:pt x="1" y="16869"/>
                </a:lnTo>
                <a:lnTo>
                  <a:pt x="1" y="1611"/>
                </a:lnTo>
                <a:cubicBezTo>
                  <a:pt x="1" y="1381"/>
                  <a:pt x="192" y="1189"/>
                  <a:pt x="422" y="1189"/>
                </a:cubicBezTo>
                <a:lnTo>
                  <a:pt x="10054" y="1189"/>
                </a:lnTo>
                <a:lnTo>
                  <a:pt x="10223" y="178"/>
                </a:lnTo>
                <a:cubicBezTo>
                  <a:pt x="10241" y="75"/>
                  <a:pt x="10330" y="1"/>
                  <a:pt x="10433" y="1"/>
                </a:cubicBezTo>
                <a:lnTo>
                  <a:pt x="16655" y="1"/>
                </a:lnTo>
                <a:cubicBezTo>
                  <a:pt x="16758" y="1"/>
                  <a:pt x="16844" y="77"/>
                  <a:pt x="16863" y="178"/>
                </a:cubicBezTo>
                <a:lnTo>
                  <a:pt x="17034" y="1189"/>
                </a:lnTo>
                <a:lnTo>
                  <a:pt x="18876" y="1189"/>
                </a:lnTo>
                <a:cubicBezTo>
                  <a:pt x="19110" y="1189"/>
                  <a:pt x="19298" y="1381"/>
                  <a:pt x="19298" y="1611"/>
                </a:cubicBezTo>
                <a:close/>
              </a:path>
            </a:pathLst>
          </a:custGeom>
          <a:solidFill>
            <a:srgbClr val="F8EF5B"/>
          </a:solidFill>
          <a:ln>
            <a:noFill/>
          </a:ln>
          <a:effectLst>
            <a:outerShdw dist="104775" dir="1860000" algn="bl" rotWithShape="0">
              <a:schemeClr val="lt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p38"/>
          <p:cNvSpPr/>
          <p:nvPr/>
        </p:nvSpPr>
        <p:spPr>
          <a:xfrm>
            <a:off x="1805700" y="1552275"/>
            <a:ext cx="5543700" cy="1019400"/>
          </a:xfrm>
          <a:prstGeom prst="roundRect">
            <a:avLst>
              <a:gd name="adj" fmla="val 16667"/>
            </a:avLst>
          </a:prstGeom>
          <a:solidFill>
            <a:srgbClr val="88A6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9" name="Google Shape;609;p38"/>
          <p:cNvSpPr txBox="1">
            <a:spLocks noGrp="1"/>
          </p:cNvSpPr>
          <p:nvPr>
            <p:ph type="title"/>
          </p:nvPr>
        </p:nvSpPr>
        <p:spPr>
          <a:xfrm>
            <a:off x="2490600" y="1614600"/>
            <a:ext cx="4162800" cy="923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dirty="0"/>
              <a:t>Giới thiệu</a:t>
            </a:r>
            <a:endParaRPr dirty="0"/>
          </a:p>
        </p:txBody>
      </p:sp>
      <p:sp>
        <p:nvSpPr>
          <p:cNvPr id="610" name="Google Shape;610;p38"/>
          <p:cNvSpPr txBox="1">
            <a:spLocks noGrp="1"/>
          </p:cNvSpPr>
          <p:nvPr>
            <p:ph type="subTitle" idx="1"/>
          </p:nvPr>
        </p:nvSpPr>
        <p:spPr>
          <a:xfrm>
            <a:off x="2479125" y="2734850"/>
            <a:ext cx="4162800" cy="104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 algn="l">
              <a:buClr>
                <a:schemeClr val="hlink"/>
              </a:buClr>
              <a:buSzPts val="1100"/>
            </a:pPr>
            <a:r>
              <a:rPr lang="en-US" dirty="0"/>
              <a:t>20127349 – </a:t>
            </a:r>
            <a:r>
              <a:rPr lang="en-US" dirty="0" err="1"/>
              <a:t>Trần</a:t>
            </a:r>
            <a:r>
              <a:rPr lang="en-US" dirty="0"/>
              <a:t> </a:t>
            </a:r>
            <a:r>
              <a:rPr lang="en-US" dirty="0" err="1"/>
              <a:t>Quốc</a:t>
            </a:r>
            <a:r>
              <a:rPr lang="en-US" dirty="0"/>
              <a:t> </a:t>
            </a:r>
            <a:r>
              <a:rPr lang="en-US"/>
              <a:t>Thuận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-US" dirty="0"/>
              <a:t>20127318 – Phan </a:t>
            </a:r>
            <a:r>
              <a:rPr lang="en-US" dirty="0" err="1"/>
              <a:t>Trí</a:t>
            </a:r>
            <a:r>
              <a:rPr lang="en-US" dirty="0"/>
              <a:t> </a:t>
            </a:r>
            <a:r>
              <a:rPr lang="en-US" dirty="0" err="1"/>
              <a:t>Tài</a:t>
            </a: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-US" dirty="0"/>
              <a:t>20127569 – </a:t>
            </a:r>
            <a:r>
              <a:rPr lang="en-US" dirty="0" err="1"/>
              <a:t>Tô</a:t>
            </a:r>
            <a:r>
              <a:rPr lang="en-US" dirty="0"/>
              <a:t> </a:t>
            </a:r>
            <a:r>
              <a:rPr lang="en-US" dirty="0" err="1"/>
              <a:t>Đình</a:t>
            </a:r>
            <a:r>
              <a:rPr lang="en-US" dirty="0"/>
              <a:t> </a:t>
            </a:r>
            <a:r>
              <a:rPr lang="en-US" dirty="0" err="1"/>
              <a:t>Phương</a:t>
            </a:r>
            <a:r>
              <a:rPr lang="en-US" dirty="0"/>
              <a:t> Nam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94" name="Google Shape;794;p46"/>
          <p:cNvGrpSpPr/>
          <p:nvPr/>
        </p:nvGrpSpPr>
        <p:grpSpPr>
          <a:xfrm rot="-6614059">
            <a:off x="33214" y="2281709"/>
            <a:ext cx="1877486" cy="1877271"/>
            <a:chOff x="277881" y="2901316"/>
            <a:chExt cx="1900344" cy="1900126"/>
          </a:xfrm>
        </p:grpSpPr>
        <p:sp>
          <p:nvSpPr>
            <p:cNvPr id="795" name="Google Shape;795;p46"/>
            <p:cNvSpPr/>
            <p:nvPr/>
          </p:nvSpPr>
          <p:spPr>
            <a:xfrm>
              <a:off x="402450" y="3248988"/>
              <a:ext cx="1354500" cy="1354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796" name="Google Shape;796;p46"/>
            <p:cNvGrpSpPr/>
            <p:nvPr/>
          </p:nvGrpSpPr>
          <p:grpSpPr>
            <a:xfrm rot="2322109">
              <a:off x="551788" y="3175815"/>
              <a:ext cx="1352529" cy="1351128"/>
              <a:chOff x="200055" y="3556746"/>
              <a:chExt cx="869964" cy="869063"/>
            </a:xfrm>
          </p:grpSpPr>
          <p:sp>
            <p:nvSpPr>
              <p:cNvPr id="797" name="Google Shape;797;p46"/>
              <p:cNvSpPr/>
              <p:nvPr/>
            </p:nvSpPr>
            <p:spPr>
              <a:xfrm>
                <a:off x="200055" y="3556746"/>
                <a:ext cx="868968" cy="868968"/>
              </a:xfrm>
              <a:custGeom>
                <a:avLst/>
                <a:gdLst/>
                <a:ahLst/>
                <a:cxnLst/>
                <a:rect l="l" t="t" r="r" b="b"/>
                <a:pathLst>
                  <a:path w="18323" h="18323" extrusionOk="0">
                    <a:moveTo>
                      <a:pt x="15639" y="2684"/>
                    </a:moveTo>
                    <a:cubicBezTo>
                      <a:pt x="17358" y="4401"/>
                      <a:pt x="18323" y="6731"/>
                      <a:pt x="18323" y="9162"/>
                    </a:cubicBezTo>
                    <a:cubicBezTo>
                      <a:pt x="18323" y="11590"/>
                      <a:pt x="17358" y="13920"/>
                      <a:pt x="15639" y="15639"/>
                    </a:cubicBezTo>
                    <a:cubicBezTo>
                      <a:pt x="13922" y="17356"/>
                      <a:pt x="11592" y="18323"/>
                      <a:pt x="9162" y="18323"/>
                    </a:cubicBezTo>
                    <a:cubicBezTo>
                      <a:pt x="6733" y="18323"/>
                      <a:pt x="4403" y="17356"/>
                      <a:pt x="2684" y="15639"/>
                    </a:cubicBezTo>
                    <a:cubicBezTo>
                      <a:pt x="967" y="13920"/>
                      <a:pt x="1" y="11590"/>
                      <a:pt x="1" y="9162"/>
                    </a:cubicBezTo>
                    <a:cubicBezTo>
                      <a:pt x="1" y="6731"/>
                      <a:pt x="967" y="4401"/>
                      <a:pt x="2684" y="2684"/>
                    </a:cubicBezTo>
                    <a:cubicBezTo>
                      <a:pt x="4403" y="965"/>
                      <a:pt x="6733" y="1"/>
                      <a:pt x="9162" y="1"/>
                    </a:cubicBezTo>
                    <a:cubicBezTo>
                      <a:pt x="11592" y="1"/>
                      <a:pt x="13922" y="965"/>
                      <a:pt x="15639" y="2684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8" name="Google Shape;798;p46"/>
              <p:cNvSpPr/>
              <p:nvPr/>
            </p:nvSpPr>
            <p:spPr>
              <a:xfrm>
                <a:off x="311314" y="3605499"/>
                <a:ext cx="474914" cy="486723"/>
              </a:xfrm>
              <a:custGeom>
                <a:avLst/>
                <a:gdLst/>
                <a:ahLst/>
                <a:cxnLst/>
                <a:rect l="l" t="t" r="r" b="b"/>
                <a:pathLst>
                  <a:path w="10014" h="10263" extrusionOk="0">
                    <a:moveTo>
                      <a:pt x="8596" y="30"/>
                    </a:moveTo>
                    <a:cubicBezTo>
                      <a:pt x="9008" y="54"/>
                      <a:pt x="9368" y="246"/>
                      <a:pt x="9620" y="536"/>
                    </a:cubicBezTo>
                    <a:cubicBezTo>
                      <a:pt x="9871" y="823"/>
                      <a:pt x="10013" y="1206"/>
                      <a:pt x="9986" y="1617"/>
                    </a:cubicBezTo>
                    <a:cubicBezTo>
                      <a:pt x="9962" y="2028"/>
                      <a:pt x="9769" y="2388"/>
                      <a:pt x="9481" y="2641"/>
                    </a:cubicBezTo>
                    <a:cubicBezTo>
                      <a:pt x="9193" y="2892"/>
                      <a:pt x="8810" y="3034"/>
                      <a:pt x="8401" y="3009"/>
                    </a:cubicBezTo>
                    <a:cubicBezTo>
                      <a:pt x="7990" y="2983"/>
                      <a:pt x="7630" y="2789"/>
                      <a:pt x="7379" y="2501"/>
                    </a:cubicBezTo>
                    <a:cubicBezTo>
                      <a:pt x="7126" y="2214"/>
                      <a:pt x="6984" y="1831"/>
                      <a:pt x="7011" y="1420"/>
                    </a:cubicBezTo>
                    <a:cubicBezTo>
                      <a:pt x="7036" y="1009"/>
                      <a:pt x="7229" y="649"/>
                      <a:pt x="7517" y="398"/>
                    </a:cubicBezTo>
                    <a:cubicBezTo>
                      <a:pt x="7805" y="145"/>
                      <a:pt x="8187" y="1"/>
                      <a:pt x="8596" y="30"/>
                    </a:cubicBezTo>
                    <a:close/>
                    <a:moveTo>
                      <a:pt x="3032" y="6968"/>
                    </a:moveTo>
                    <a:cubicBezTo>
                      <a:pt x="3482" y="6995"/>
                      <a:pt x="3879" y="7206"/>
                      <a:pt x="4155" y="7519"/>
                    </a:cubicBezTo>
                    <a:cubicBezTo>
                      <a:pt x="4432" y="7836"/>
                      <a:pt x="4587" y="8255"/>
                      <a:pt x="4558" y="8707"/>
                    </a:cubicBezTo>
                    <a:cubicBezTo>
                      <a:pt x="4531" y="9158"/>
                      <a:pt x="4319" y="9555"/>
                      <a:pt x="4007" y="9830"/>
                    </a:cubicBezTo>
                    <a:cubicBezTo>
                      <a:pt x="3690" y="10108"/>
                      <a:pt x="3270" y="10262"/>
                      <a:pt x="2818" y="10233"/>
                    </a:cubicBezTo>
                    <a:cubicBezTo>
                      <a:pt x="2368" y="10205"/>
                      <a:pt x="1971" y="9995"/>
                      <a:pt x="1695" y="9680"/>
                    </a:cubicBezTo>
                    <a:cubicBezTo>
                      <a:pt x="1418" y="9366"/>
                      <a:pt x="1263" y="8946"/>
                      <a:pt x="1292" y="8496"/>
                    </a:cubicBezTo>
                    <a:cubicBezTo>
                      <a:pt x="1319" y="8045"/>
                      <a:pt x="1531" y="7648"/>
                      <a:pt x="1843" y="7373"/>
                    </a:cubicBezTo>
                    <a:cubicBezTo>
                      <a:pt x="2160" y="7093"/>
                      <a:pt x="2582" y="6937"/>
                      <a:pt x="3032" y="6968"/>
                    </a:cubicBezTo>
                    <a:close/>
                    <a:moveTo>
                      <a:pt x="3949" y="7702"/>
                    </a:moveTo>
                    <a:cubicBezTo>
                      <a:pt x="3721" y="7441"/>
                      <a:pt x="3392" y="7268"/>
                      <a:pt x="3015" y="7241"/>
                    </a:cubicBezTo>
                    <a:cubicBezTo>
                      <a:pt x="2641" y="7217"/>
                      <a:pt x="2292" y="7348"/>
                      <a:pt x="2033" y="7576"/>
                    </a:cubicBezTo>
                    <a:cubicBezTo>
                      <a:pt x="1769" y="7805"/>
                      <a:pt x="1597" y="8134"/>
                      <a:pt x="1572" y="8510"/>
                    </a:cubicBezTo>
                    <a:cubicBezTo>
                      <a:pt x="1545" y="8884"/>
                      <a:pt x="1677" y="9234"/>
                      <a:pt x="1905" y="9493"/>
                    </a:cubicBezTo>
                    <a:cubicBezTo>
                      <a:pt x="2135" y="9756"/>
                      <a:pt x="2464" y="9929"/>
                      <a:pt x="2839" y="9954"/>
                    </a:cubicBezTo>
                    <a:cubicBezTo>
                      <a:pt x="3215" y="9980"/>
                      <a:pt x="3565" y="9849"/>
                      <a:pt x="3824" y="9621"/>
                    </a:cubicBezTo>
                    <a:cubicBezTo>
                      <a:pt x="4085" y="9390"/>
                      <a:pt x="4258" y="9061"/>
                      <a:pt x="4284" y="8687"/>
                    </a:cubicBezTo>
                    <a:cubicBezTo>
                      <a:pt x="4307" y="8313"/>
                      <a:pt x="4177" y="7965"/>
                      <a:pt x="3949" y="7702"/>
                    </a:cubicBezTo>
                    <a:close/>
                    <a:moveTo>
                      <a:pt x="1027" y="4124"/>
                    </a:moveTo>
                    <a:cubicBezTo>
                      <a:pt x="1288" y="4142"/>
                      <a:pt x="1518" y="4262"/>
                      <a:pt x="1679" y="4445"/>
                    </a:cubicBezTo>
                    <a:cubicBezTo>
                      <a:pt x="1841" y="4628"/>
                      <a:pt x="1932" y="4872"/>
                      <a:pt x="1913" y="5134"/>
                    </a:cubicBezTo>
                    <a:cubicBezTo>
                      <a:pt x="1895" y="5397"/>
                      <a:pt x="1776" y="5625"/>
                      <a:pt x="1592" y="5787"/>
                    </a:cubicBezTo>
                    <a:cubicBezTo>
                      <a:pt x="1409" y="5946"/>
                      <a:pt x="1165" y="6038"/>
                      <a:pt x="904" y="6022"/>
                    </a:cubicBezTo>
                    <a:cubicBezTo>
                      <a:pt x="640" y="6003"/>
                      <a:pt x="412" y="5882"/>
                      <a:pt x="254" y="5699"/>
                    </a:cubicBezTo>
                    <a:cubicBezTo>
                      <a:pt x="91" y="5516"/>
                      <a:pt x="1" y="5273"/>
                      <a:pt x="19" y="5010"/>
                    </a:cubicBezTo>
                    <a:cubicBezTo>
                      <a:pt x="36" y="4749"/>
                      <a:pt x="157" y="4519"/>
                      <a:pt x="340" y="4360"/>
                    </a:cubicBezTo>
                    <a:cubicBezTo>
                      <a:pt x="523" y="4196"/>
                      <a:pt x="768" y="4105"/>
                      <a:pt x="1027" y="4124"/>
                    </a:cubicBezTo>
                    <a:close/>
                    <a:moveTo>
                      <a:pt x="1471" y="4628"/>
                    </a:moveTo>
                    <a:cubicBezTo>
                      <a:pt x="1358" y="4496"/>
                      <a:pt x="1196" y="4412"/>
                      <a:pt x="1008" y="4399"/>
                    </a:cubicBezTo>
                    <a:cubicBezTo>
                      <a:pt x="823" y="4387"/>
                      <a:pt x="651" y="4451"/>
                      <a:pt x="521" y="4566"/>
                    </a:cubicBezTo>
                    <a:cubicBezTo>
                      <a:pt x="390" y="4679"/>
                      <a:pt x="305" y="4842"/>
                      <a:pt x="291" y="5029"/>
                    </a:cubicBezTo>
                    <a:cubicBezTo>
                      <a:pt x="278" y="5214"/>
                      <a:pt x="342" y="5389"/>
                      <a:pt x="455" y="5518"/>
                    </a:cubicBezTo>
                    <a:cubicBezTo>
                      <a:pt x="568" y="5646"/>
                      <a:pt x="733" y="5734"/>
                      <a:pt x="918" y="5746"/>
                    </a:cubicBezTo>
                    <a:cubicBezTo>
                      <a:pt x="1103" y="5759"/>
                      <a:pt x="1278" y="5695"/>
                      <a:pt x="1407" y="5582"/>
                    </a:cubicBezTo>
                    <a:cubicBezTo>
                      <a:pt x="1535" y="5469"/>
                      <a:pt x="1623" y="5304"/>
                      <a:pt x="1636" y="5119"/>
                    </a:cubicBezTo>
                    <a:cubicBezTo>
                      <a:pt x="1648" y="4928"/>
                      <a:pt x="1584" y="4757"/>
                      <a:pt x="1471" y="4628"/>
                    </a:cubicBezTo>
                    <a:close/>
                    <a:moveTo>
                      <a:pt x="8578" y="305"/>
                    </a:moveTo>
                    <a:cubicBezTo>
                      <a:pt x="8245" y="285"/>
                      <a:pt x="7930" y="400"/>
                      <a:pt x="7700" y="603"/>
                    </a:cubicBezTo>
                    <a:cubicBezTo>
                      <a:pt x="7465" y="809"/>
                      <a:pt x="7311" y="1101"/>
                      <a:pt x="7289" y="1436"/>
                    </a:cubicBezTo>
                    <a:cubicBezTo>
                      <a:pt x="7268" y="1769"/>
                      <a:pt x="7383" y="2080"/>
                      <a:pt x="7587" y="2314"/>
                    </a:cubicBezTo>
                    <a:cubicBezTo>
                      <a:pt x="7790" y="2549"/>
                      <a:pt x="8084" y="2703"/>
                      <a:pt x="8420" y="2726"/>
                    </a:cubicBezTo>
                    <a:cubicBezTo>
                      <a:pt x="8753" y="2746"/>
                      <a:pt x="9065" y="2631"/>
                      <a:pt x="9298" y="2427"/>
                    </a:cubicBezTo>
                    <a:cubicBezTo>
                      <a:pt x="9532" y="2224"/>
                      <a:pt x="9686" y="1930"/>
                      <a:pt x="9709" y="1595"/>
                    </a:cubicBezTo>
                    <a:cubicBezTo>
                      <a:pt x="9756" y="926"/>
                      <a:pt x="9250" y="348"/>
                      <a:pt x="8578" y="305"/>
                    </a:cubicBezTo>
                    <a:close/>
                  </a:path>
                </a:pathLst>
              </a:custGeom>
              <a:solidFill>
                <a:srgbClr val="FF9BD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9" name="Google Shape;799;p46"/>
              <p:cNvSpPr/>
              <p:nvPr/>
            </p:nvSpPr>
            <p:spPr>
              <a:xfrm>
                <a:off x="270576" y="3701013"/>
                <a:ext cx="799443" cy="724796"/>
              </a:xfrm>
              <a:custGeom>
                <a:avLst/>
                <a:gdLst/>
                <a:ahLst/>
                <a:cxnLst/>
                <a:rect l="l" t="t" r="r" b="b"/>
                <a:pathLst>
                  <a:path w="16857" h="15283" extrusionOk="0">
                    <a:moveTo>
                      <a:pt x="14493" y="0"/>
                    </a:moveTo>
                    <a:cubicBezTo>
                      <a:pt x="15653" y="1289"/>
                      <a:pt x="16445" y="2904"/>
                      <a:pt x="16725" y="4676"/>
                    </a:cubicBezTo>
                    <a:cubicBezTo>
                      <a:pt x="16272" y="4697"/>
                      <a:pt x="15859" y="4874"/>
                      <a:pt x="15534" y="5159"/>
                    </a:cubicBezTo>
                    <a:cubicBezTo>
                      <a:pt x="15160" y="5488"/>
                      <a:pt x="14911" y="5961"/>
                      <a:pt x="14874" y="6498"/>
                    </a:cubicBezTo>
                    <a:cubicBezTo>
                      <a:pt x="14839" y="7035"/>
                      <a:pt x="15026" y="7537"/>
                      <a:pt x="15355" y="7911"/>
                    </a:cubicBezTo>
                    <a:cubicBezTo>
                      <a:pt x="15645" y="8244"/>
                      <a:pt x="16048" y="8476"/>
                      <a:pt x="16509" y="8552"/>
                    </a:cubicBezTo>
                    <a:cubicBezTo>
                      <a:pt x="15478" y="12311"/>
                      <a:pt x="12131" y="15053"/>
                      <a:pt x="8187" y="15266"/>
                    </a:cubicBezTo>
                    <a:cubicBezTo>
                      <a:pt x="8195" y="15201"/>
                      <a:pt x="8201" y="15139"/>
                      <a:pt x="8207" y="15075"/>
                    </a:cubicBezTo>
                    <a:cubicBezTo>
                      <a:pt x="8244" y="14479"/>
                      <a:pt x="8039" y="13926"/>
                      <a:pt x="7677" y="13510"/>
                    </a:cubicBezTo>
                    <a:cubicBezTo>
                      <a:pt x="7313" y="13093"/>
                      <a:pt x="6790" y="12819"/>
                      <a:pt x="6196" y="12780"/>
                    </a:cubicBezTo>
                    <a:cubicBezTo>
                      <a:pt x="5602" y="12741"/>
                      <a:pt x="5047" y="12947"/>
                      <a:pt x="4631" y="13309"/>
                    </a:cubicBezTo>
                    <a:cubicBezTo>
                      <a:pt x="4288" y="13611"/>
                      <a:pt x="4043" y="14016"/>
                      <a:pt x="3942" y="14485"/>
                    </a:cubicBezTo>
                    <a:cubicBezTo>
                      <a:pt x="2320" y="13759"/>
                      <a:pt x="954" y="12583"/>
                      <a:pt x="0" y="11117"/>
                    </a:cubicBezTo>
                    <a:cubicBezTo>
                      <a:pt x="3899" y="11551"/>
                      <a:pt x="5402" y="10839"/>
                      <a:pt x="6829" y="7921"/>
                    </a:cubicBezTo>
                    <a:cubicBezTo>
                      <a:pt x="8343" y="4826"/>
                      <a:pt x="11113" y="8604"/>
                      <a:pt x="12322" y="3691"/>
                    </a:cubicBezTo>
                    <a:cubicBezTo>
                      <a:pt x="12892" y="1372"/>
                      <a:pt x="13749" y="391"/>
                      <a:pt x="14493" y="0"/>
                    </a:cubicBezTo>
                    <a:close/>
                    <a:moveTo>
                      <a:pt x="16764" y="4954"/>
                    </a:moveTo>
                    <a:cubicBezTo>
                      <a:pt x="16365" y="4966"/>
                      <a:pt x="16001" y="5120"/>
                      <a:pt x="15717" y="5367"/>
                    </a:cubicBezTo>
                    <a:cubicBezTo>
                      <a:pt x="15396" y="5649"/>
                      <a:pt x="15180" y="6056"/>
                      <a:pt x="15151" y="6513"/>
                    </a:cubicBezTo>
                    <a:cubicBezTo>
                      <a:pt x="15123" y="6973"/>
                      <a:pt x="15283" y="7403"/>
                      <a:pt x="15563" y="7724"/>
                    </a:cubicBezTo>
                    <a:cubicBezTo>
                      <a:pt x="15818" y="8014"/>
                      <a:pt x="16171" y="8217"/>
                      <a:pt x="16579" y="8277"/>
                    </a:cubicBezTo>
                    <a:cubicBezTo>
                      <a:pt x="16700" y="7771"/>
                      <a:pt x="16782" y="7251"/>
                      <a:pt x="16815" y="6714"/>
                    </a:cubicBezTo>
                    <a:cubicBezTo>
                      <a:pt x="16856" y="6118"/>
                      <a:pt x="16838" y="5528"/>
                      <a:pt x="16764" y="4954"/>
                    </a:cubicBezTo>
                    <a:close/>
                    <a:moveTo>
                      <a:pt x="7905" y="15277"/>
                    </a:moveTo>
                    <a:cubicBezTo>
                      <a:pt x="7919" y="15205"/>
                      <a:pt x="7930" y="15133"/>
                      <a:pt x="7932" y="15055"/>
                    </a:cubicBezTo>
                    <a:cubicBezTo>
                      <a:pt x="7965" y="14536"/>
                      <a:pt x="7786" y="14053"/>
                      <a:pt x="7469" y="13693"/>
                    </a:cubicBezTo>
                    <a:cubicBezTo>
                      <a:pt x="7150" y="13329"/>
                      <a:pt x="6696" y="13091"/>
                      <a:pt x="6178" y="13056"/>
                    </a:cubicBezTo>
                    <a:cubicBezTo>
                      <a:pt x="5659" y="13021"/>
                      <a:pt x="5176" y="13200"/>
                      <a:pt x="4816" y="13518"/>
                    </a:cubicBezTo>
                    <a:cubicBezTo>
                      <a:pt x="4506" y="13790"/>
                      <a:pt x="4284" y="14164"/>
                      <a:pt x="4208" y="14594"/>
                    </a:cubicBezTo>
                    <a:cubicBezTo>
                      <a:pt x="5098" y="14960"/>
                      <a:pt x="6064" y="15190"/>
                      <a:pt x="7082" y="15258"/>
                    </a:cubicBezTo>
                    <a:cubicBezTo>
                      <a:pt x="7358" y="15279"/>
                      <a:pt x="7633" y="15283"/>
                      <a:pt x="7905" y="15277"/>
                    </a:cubicBezTo>
                    <a:close/>
                  </a:path>
                </a:pathLst>
              </a:custGeom>
              <a:solidFill>
                <a:srgbClr val="FF9BD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0" name="Google Shape;800;p46"/>
              <p:cNvSpPr/>
              <p:nvPr/>
            </p:nvSpPr>
            <p:spPr>
              <a:xfrm>
                <a:off x="731547" y="4048069"/>
                <a:ext cx="85887" cy="85697"/>
              </a:xfrm>
              <a:custGeom>
                <a:avLst/>
                <a:gdLst/>
                <a:ahLst/>
                <a:cxnLst/>
                <a:rect l="l" t="t" r="r" b="b"/>
                <a:pathLst>
                  <a:path w="1811" h="1807" extrusionOk="0">
                    <a:moveTo>
                      <a:pt x="961" y="31"/>
                    </a:moveTo>
                    <a:cubicBezTo>
                      <a:pt x="1442" y="64"/>
                      <a:pt x="1810" y="478"/>
                      <a:pt x="1777" y="959"/>
                    </a:cubicBezTo>
                    <a:cubicBezTo>
                      <a:pt x="1747" y="1440"/>
                      <a:pt x="1329" y="1806"/>
                      <a:pt x="848" y="1773"/>
                    </a:cubicBezTo>
                    <a:cubicBezTo>
                      <a:pt x="369" y="1740"/>
                      <a:pt x="1" y="1327"/>
                      <a:pt x="34" y="846"/>
                    </a:cubicBezTo>
                    <a:cubicBezTo>
                      <a:pt x="64" y="365"/>
                      <a:pt x="482" y="1"/>
                      <a:pt x="961" y="3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801" name="Google Shape;801;p46"/>
          <p:cNvSpPr/>
          <p:nvPr/>
        </p:nvSpPr>
        <p:spPr>
          <a:xfrm>
            <a:off x="970850" y="3388174"/>
            <a:ext cx="1594883" cy="1215327"/>
          </a:xfrm>
          <a:custGeom>
            <a:avLst/>
            <a:gdLst/>
            <a:ahLst/>
            <a:cxnLst/>
            <a:rect l="l" t="t" r="r" b="b"/>
            <a:pathLst>
              <a:path w="19298" h="16869" extrusionOk="0">
                <a:moveTo>
                  <a:pt x="19298" y="1611"/>
                </a:moveTo>
                <a:lnTo>
                  <a:pt x="19298" y="16869"/>
                </a:lnTo>
                <a:lnTo>
                  <a:pt x="1" y="16869"/>
                </a:lnTo>
                <a:lnTo>
                  <a:pt x="1" y="1611"/>
                </a:lnTo>
                <a:cubicBezTo>
                  <a:pt x="1" y="1381"/>
                  <a:pt x="192" y="1189"/>
                  <a:pt x="422" y="1189"/>
                </a:cubicBezTo>
                <a:lnTo>
                  <a:pt x="10054" y="1189"/>
                </a:lnTo>
                <a:lnTo>
                  <a:pt x="10223" y="178"/>
                </a:lnTo>
                <a:cubicBezTo>
                  <a:pt x="10241" y="75"/>
                  <a:pt x="10330" y="1"/>
                  <a:pt x="10433" y="1"/>
                </a:cubicBezTo>
                <a:lnTo>
                  <a:pt x="16655" y="1"/>
                </a:lnTo>
                <a:cubicBezTo>
                  <a:pt x="16758" y="1"/>
                  <a:pt x="16844" y="77"/>
                  <a:pt x="16863" y="178"/>
                </a:cubicBezTo>
                <a:lnTo>
                  <a:pt x="17034" y="1189"/>
                </a:lnTo>
                <a:lnTo>
                  <a:pt x="18876" y="1189"/>
                </a:lnTo>
                <a:cubicBezTo>
                  <a:pt x="19110" y="1189"/>
                  <a:pt x="19298" y="1381"/>
                  <a:pt x="19298" y="1611"/>
                </a:cubicBezTo>
                <a:close/>
              </a:path>
            </a:pathLst>
          </a:custGeom>
          <a:solidFill>
            <a:srgbClr val="F8EF5B"/>
          </a:solidFill>
          <a:ln>
            <a:noFill/>
          </a:ln>
          <a:effectLst>
            <a:outerShdw dist="104775" dir="1860000" algn="bl" rotWithShape="0">
              <a:schemeClr val="lt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3" name="Google Shape;803;p46"/>
          <p:cNvSpPr txBox="1">
            <a:spLocks noGrp="1"/>
          </p:cNvSpPr>
          <p:nvPr>
            <p:ph type="subTitle" idx="1"/>
          </p:nvPr>
        </p:nvSpPr>
        <p:spPr>
          <a:xfrm>
            <a:off x="2195767" y="2014373"/>
            <a:ext cx="5160258" cy="159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-US" dirty="0" err="1"/>
              <a:t>Là</a:t>
            </a:r>
            <a:r>
              <a:rPr lang="en-US" dirty="0"/>
              <a:t> </a:t>
            </a:r>
            <a:r>
              <a:rPr lang="vi-VN" dirty="0"/>
              <a:t>phân tích các tính năng phong cách có thể được định lượng thống kê, chẳng hạn như độ dài câu, đa dạng từ vựng và tần số</a:t>
            </a:r>
            <a:r>
              <a:rPr lang="en-US" dirty="0"/>
              <a:t>,…</a:t>
            </a:r>
            <a:endParaRPr lang="vi-VN" dirty="0"/>
          </a:p>
        </p:txBody>
      </p:sp>
      <p:sp>
        <p:nvSpPr>
          <p:cNvPr id="804" name="Google Shape;804;p46"/>
          <p:cNvSpPr/>
          <p:nvPr/>
        </p:nvSpPr>
        <p:spPr>
          <a:xfrm>
            <a:off x="1945126" y="4198902"/>
            <a:ext cx="809044" cy="809204"/>
          </a:xfrm>
          <a:custGeom>
            <a:avLst/>
            <a:gdLst/>
            <a:ahLst/>
            <a:cxnLst/>
            <a:rect l="l" t="t" r="r" b="b"/>
            <a:pathLst>
              <a:path w="6293" h="6294" extrusionOk="0">
                <a:moveTo>
                  <a:pt x="6293" y="3147"/>
                </a:moveTo>
                <a:cubicBezTo>
                  <a:pt x="6293" y="4885"/>
                  <a:pt x="4882" y="6293"/>
                  <a:pt x="3146" y="6293"/>
                </a:cubicBezTo>
                <a:cubicBezTo>
                  <a:pt x="1409" y="6293"/>
                  <a:pt x="0" y="4885"/>
                  <a:pt x="0" y="3147"/>
                </a:cubicBezTo>
                <a:cubicBezTo>
                  <a:pt x="0" y="1409"/>
                  <a:pt x="1409" y="1"/>
                  <a:pt x="3146" y="1"/>
                </a:cubicBezTo>
                <a:cubicBezTo>
                  <a:pt x="4882" y="1"/>
                  <a:pt x="6293" y="1409"/>
                  <a:pt x="6293" y="31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5" name="Google Shape;805;p46"/>
          <p:cNvSpPr/>
          <p:nvPr/>
        </p:nvSpPr>
        <p:spPr>
          <a:xfrm>
            <a:off x="6003950" y="4183125"/>
            <a:ext cx="147271" cy="360475"/>
          </a:xfrm>
          <a:custGeom>
            <a:avLst/>
            <a:gdLst/>
            <a:ahLst/>
            <a:cxnLst/>
            <a:rect l="l" t="t" r="r" b="b"/>
            <a:pathLst>
              <a:path w="702" h="1718" extrusionOk="0">
                <a:moveTo>
                  <a:pt x="701" y="281"/>
                </a:moveTo>
                <a:lnTo>
                  <a:pt x="278" y="281"/>
                </a:lnTo>
                <a:lnTo>
                  <a:pt x="278" y="1438"/>
                </a:lnTo>
                <a:lnTo>
                  <a:pt x="701" y="1438"/>
                </a:lnTo>
                <a:lnTo>
                  <a:pt x="701" y="1718"/>
                </a:lnTo>
                <a:lnTo>
                  <a:pt x="0" y="1718"/>
                </a:lnTo>
                <a:lnTo>
                  <a:pt x="0" y="1"/>
                </a:lnTo>
                <a:lnTo>
                  <a:pt x="701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6" name="Google Shape;806;p46"/>
          <p:cNvSpPr/>
          <p:nvPr/>
        </p:nvSpPr>
        <p:spPr>
          <a:xfrm>
            <a:off x="6259688" y="4263907"/>
            <a:ext cx="984323" cy="198702"/>
          </a:xfrm>
          <a:custGeom>
            <a:avLst/>
            <a:gdLst/>
            <a:ahLst/>
            <a:cxnLst/>
            <a:rect l="l" t="t" r="r" b="b"/>
            <a:pathLst>
              <a:path w="4692" h="947" extrusionOk="0">
                <a:moveTo>
                  <a:pt x="473" y="0"/>
                </a:moveTo>
                <a:lnTo>
                  <a:pt x="4218" y="0"/>
                </a:lnTo>
                <a:cubicBezTo>
                  <a:pt x="4477" y="0"/>
                  <a:pt x="4691" y="214"/>
                  <a:pt x="4691" y="473"/>
                </a:cubicBezTo>
                <a:lnTo>
                  <a:pt x="4691" y="473"/>
                </a:lnTo>
                <a:cubicBezTo>
                  <a:pt x="4691" y="735"/>
                  <a:pt x="4477" y="946"/>
                  <a:pt x="4218" y="946"/>
                </a:cubicBezTo>
                <a:lnTo>
                  <a:pt x="473" y="946"/>
                </a:lnTo>
                <a:cubicBezTo>
                  <a:pt x="212" y="946"/>
                  <a:pt x="1" y="735"/>
                  <a:pt x="1" y="473"/>
                </a:cubicBezTo>
                <a:lnTo>
                  <a:pt x="1" y="473"/>
                </a:lnTo>
                <a:cubicBezTo>
                  <a:pt x="1" y="214"/>
                  <a:pt x="212" y="0"/>
                  <a:pt x="473" y="0"/>
                </a:cubicBezTo>
                <a:close/>
              </a:path>
            </a:pathLst>
          </a:custGeom>
          <a:solidFill>
            <a:srgbClr val="6D65E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7" name="Google Shape;807;p46"/>
          <p:cNvSpPr/>
          <p:nvPr/>
        </p:nvSpPr>
        <p:spPr>
          <a:xfrm>
            <a:off x="7351657" y="4263907"/>
            <a:ext cx="492371" cy="198702"/>
          </a:xfrm>
          <a:custGeom>
            <a:avLst/>
            <a:gdLst/>
            <a:ahLst/>
            <a:cxnLst/>
            <a:rect l="l" t="t" r="r" b="b"/>
            <a:pathLst>
              <a:path w="2347" h="947" extrusionOk="0">
                <a:moveTo>
                  <a:pt x="475" y="0"/>
                </a:moveTo>
                <a:lnTo>
                  <a:pt x="1873" y="0"/>
                </a:lnTo>
                <a:cubicBezTo>
                  <a:pt x="2133" y="0"/>
                  <a:pt x="2346" y="214"/>
                  <a:pt x="2346" y="473"/>
                </a:cubicBezTo>
                <a:lnTo>
                  <a:pt x="2346" y="473"/>
                </a:lnTo>
                <a:cubicBezTo>
                  <a:pt x="2346" y="735"/>
                  <a:pt x="2133" y="946"/>
                  <a:pt x="1873" y="946"/>
                </a:cubicBezTo>
                <a:lnTo>
                  <a:pt x="475" y="946"/>
                </a:lnTo>
                <a:cubicBezTo>
                  <a:pt x="216" y="946"/>
                  <a:pt x="2" y="735"/>
                  <a:pt x="2" y="473"/>
                </a:cubicBezTo>
                <a:lnTo>
                  <a:pt x="2" y="473"/>
                </a:lnTo>
                <a:cubicBezTo>
                  <a:pt x="0" y="214"/>
                  <a:pt x="214" y="0"/>
                  <a:pt x="475" y="0"/>
                </a:cubicBezTo>
                <a:close/>
              </a:path>
            </a:pathLst>
          </a:custGeom>
          <a:solidFill>
            <a:srgbClr val="EB535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8" name="Google Shape;808;p46"/>
          <p:cNvSpPr/>
          <p:nvPr/>
        </p:nvSpPr>
        <p:spPr>
          <a:xfrm>
            <a:off x="7952084" y="4183125"/>
            <a:ext cx="147690" cy="360475"/>
          </a:xfrm>
          <a:custGeom>
            <a:avLst/>
            <a:gdLst/>
            <a:ahLst/>
            <a:cxnLst/>
            <a:rect l="l" t="t" r="r" b="b"/>
            <a:pathLst>
              <a:path w="704" h="1718" extrusionOk="0">
                <a:moveTo>
                  <a:pt x="1" y="1"/>
                </a:moveTo>
                <a:lnTo>
                  <a:pt x="704" y="1"/>
                </a:lnTo>
                <a:lnTo>
                  <a:pt x="704" y="1718"/>
                </a:lnTo>
                <a:lnTo>
                  <a:pt x="1" y="1718"/>
                </a:lnTo>
                <a:lnTo>
                  <a:pt x="1" y="1438"/>
                </a:lnTo>
                <a:lnTo>
                  <a:pt x="426" y="1438"/>
                </a:lnTo>
                <a:lnTo>
                  <a:pt x="426" y="281"/>
                </a:lnTo>
                <a:lnTo>
                  <a:pt x="1" y="28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9" name="Google Shape;809;p46"/>
          <p:cNvSpPr/>
          <p:nvPr/>
        </p:nvSpPr>
        <p:spPr>
          <a:xfrm>
            <a:off x="630111" y="4051139"/>
            <a:ext cx="492380" cy="492458"/>
          </a:xfrm>
          <a:custGeom>
            <a:avLst/>
            <a:gdLst/>
            <a:ahLst/>
            <a:cxnLst/>
            <a:rect l="l" t="t" r="r" b="b"/>
            <a:pathLst>
              <a:path w="6293" h="6294" extrusionOk="0">
                <a:moveTo>
                  <a:pt x="6293" y="3147"/>
                </a:moveTo>
                <a:cubicBezTo>
                  <a:pt x="6293" y="4885"/>
                  <a:pt x="4882" y="6293"/>
                  <a:pt x="3146" y="6293"/>
                </a:cubicBezTo>
                <a:cubicBezTo>
                  <a:pt x="1409" y="6293"/>
                  <a:pt x="0" y="4885"/>
                  <a:pt x="0" y="3147"/>
                </a:cubicBezTo>
                <a:cubicBezTo>
                  <a:pt x="0" y="1409"/>
                  <a:pt x="1409" y="1"/>
                  <a:pt x="3146" y="1"/>
                </a:cubicBezTo>
                <a:cubicBezTo>
                  <a:pt x="4882" y="1"/>
                  <a:pt x="6293" y="1409"/>
                  <a:pt x="6293" y="3147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0" name="Google Shape;810;p46"/>
          <p:cNvSpPr/>
          <p:nvPr/>
        </p:nvSpPr>
        <p:spPr>
          <a:xfrm>
            <a:off x="1492113" y="4683972"/>
            <a:ext cx="247928" cy="247952"/>
          </a:xfrm>
          <a:custGeom>
            <a:avLst/>
            <a:gdLst/>
            <a:ahLst/>
            <a:cxnLst/>
            <a:rect l="l" t="t" r="r" b="b"/>
            <a:pathLst>
              <a:path w="6293" h="6294" extrusionOk="0">
                <a:moveTo>
                  <a:pt x="6293" y="3147"/>
                </a:moveTo>
                <a:cubicBezTo>
                  <a:pt x="6293" y="4885"/>
                  <a:pt x="4882" y="6293"/>
                  <a:pt x="3146" y="6293"/>
                </a:cubicBezTo>
                <a:cubicBezTo>
                  <a:pt x="1409" y="6293"/>
                  <a:pt x="0" y="4885"/>
                  <a:pt x="0" y="3147"/>
                </a:cubicBezTo>
                <a:cubicBezTo>
                  <a:pt x="0" y="1409"/>
                  <a:pt x="1409" y="1"/>
                  <a:pt x="3146" y="1"/>
                </a:cubicBezTo>
                <a:cubicBezTo>
                  <a:pt x="4882" y="1"/>
                  <a:pt x="6293" y="1409"/>
                  <a:pt x="6293" y="314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Google Shape;667;p40">
            <a:extLst>
              <a:ext uri="{FF2B5EF4-FFF2-40B4-BE49-F238E27FC236}">
                <a16:creationId xmlns:a16="http://schemas.microsoft.com/office/drawing/2014/main" id="{68AA6BC9-7C81-3E86-0664-AC63FC66BF66}"/>
              </a:ext>
            </a:extLst>
          </p:cNvPr>
          <p:cNvSpPr txBox="1">
            <a:spLocks/>
          </p:cNvSpPr>
          <p:nvPr/>
        </p:nvSpPr>
        <p:spPr>
          <a:xfrm>
            <a:off x="1268295" y="1182545"/>
            <a:ext cx="7704000" cy="5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Epilogue"/>
              <a:buNone/>
              <a:defRPr sz="2400" b="1" i="0" u="none" strike="noStrike" cap="none">
                <a:solidFill>
                  <a:schemeClr val="lt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Epilogue"/>
              <a:buNone/>
              <a:defRPr sz="18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Epilogue"/>
              <a:buNone/>
              <a:defRPr sz="18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Epilogue"/>
              <a:buNone/>
              <a:defRPr sz="18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Epilogue"/>
              <a:buNone/>
              <a:defRPr sz="18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Epilogue"/>
              <a:buNone/>
              <a:defRPr sz="18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Epilogue"/>
              <a:buNone/>
              <a:defRPr sz="18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Epilogue"/>
              <a:buNone/>
              <a:defRPr sz="18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Epilogue"/>
              <a:buNone/>
              <a:defRPr sz="18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9pPr>
          </a:lstStyle>
          <a:p>
            <a:pPr algn="l"/>
            <a:r>
              <a:rPr lang="en-US" dirty="0">
                <a:solidFill>
                  <a:schemeClr val="tx1"/>
                </a:solidFill>
              </a:rPr>
              <a:t>Text stylometry </a:t>
            </a:r>
            <a:r>
              <a:rPr lang="en-US" dirty="0" err="1">
                <a:solidFill>
                  <a:schemeClr val="bg1"/>
                </a:solidFill>
              </a:rPr>
              <a:t>là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gì</a:t>
            </a:r>
            <a:r>
              <a:rPr lang="en-US" dirty="0">
                <a:solidFill>
                  <a:schemeClr val="bg1"/>
                </a:solidFill>
              </a:rPr>
              <a:t>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9" name="Google Shape;1089;p58"/>
          <p:cNvSpPr txBox="1">
            <a:spLocks noGrp="1"/>
          </p:cNvSpPr>
          <p:nvPr>
            <p:ph type="title"/>
          </p:nvPr>
        </p:nvSpPr>
        <p:spPr>
          <a:xfrm>
            <a:off x="720000" y="969225"/>
            <a:ext cx="7704000" cy="56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tx1"/>
                </a:solidFill>
              </a:rPr>
              <a:t>Ứng dụng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090" name="Google Shape;1090;p58"/>
          <p:cNvSpPr txBox="1">
            <a:spLocks noGrp="1"/>
          </p:cNvSpPr>
          <p:nvPr>
            <p:ph type="body" idx="1"/>
          </p:nvPr>
        </p:nvSpPr>
        <p:spPr>
          <a:xfrm>
            <a:off x="720000" y="1533525"/>
            <a:ext cx="7704000" cy="145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dk1"/>
                </a:solidFill>
              </a:rPr>
              <a:t>K</a:t>
            </a:r>
            <a:r>
              <a:rPr lang="vi-VN" dirty="0">
                <a:solidFill>
                  <a:schemeClr val="dk1"/>
                </a:solidFill>
              </a:rPr>
              <a:t>hai thác ý kiến, phân tích cảm xúc/ và phân tích thống kê trong</a:t>
            </a:r>
            <a:r>
              <a:rPr lang="en-US" dirty="0">
                <a:solidFill>
                  <a:schemeClr val="dk1"/>
                </a:solidFill>
              </a:rPr>
              <a:t> </a:t>
            </a:r>
            <a:r>
              <a:rPr lang="vi-VN" dirty="0">
                <a:solidFill>
                  <a:schemeClr val="dk1"/>
                </a:solidFill>
              </a:rPr>
              <a:t>các lĩnh vực như kinh doanh và tài chính, sức khỏe,...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chemeClr val="lt1"/>
                </a:solidFill>
              </a:rPr>
              <a:t>Ví dụ:</a:t>
            </a:r>
            <a:endParaRPr b="1" dirty="0">
              <a:solidFill>
                <a:schemeClr val="lt1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-US" dirty="0">
                <a:solidFill>
                  <a:schemeClr val="dk1"/>
                </a:solidFill>
                <a:uFill>
                  <a:noFill/>
                </a:uFill>
              </a:rPr>
              <a:t>G</a:t>
            </a:r>
            <a:r>
              <a:rPr lang="vi-VN" dirty="0">
                <a:solidFill>
                  <a:schemeClr val="dk1"/>
                </a:solidFill>
                <a:uFill>
                  <a:noFill/>
                </a:uFill>
              </a:rPr>
              <a:t>iới tính của người dùng Twitter đã được dự đoán bằng cách sử dụng</a:t>
            </a:r>
            <a:r>
              <a:rPr lang="en-US" dirty="0">
                <a:solidFill>
                  <a:schemeClr val="dk1"/>
                </a:solidFill>
                <a:uFill>
                  <a:noFill/>
                </a:uFill>
              </a:rPr>
              <a:t> </a:t>
            </a:r>
            <a:r>
              <a:rPr lang="vi-VN" dirty="0">
                <a:solidFill>
                  <a:schemeClr val="dk1"/>
                </a:solidFill>
                <a:uFill>
                  <a:noFill/>
                </a:uFill>
              </a:rPr>
              <a:t>tên, mô tả, tweet và màu sắc hồ sơ của họ.</a:t>
            </a:r>
            <a:r>
              <a:rPr lang="en-US" dirty="0">
                <a:solidFill>
                  <a:schemeClr val="dk1"/>
                </a:solidFill>
                <a:uFill>
                  <a:noFill/>
                </a:uFill>
              </a:rPr>
              <a:t> </a:t>
            </a:r>
          </a:p>
        </p:txBody>
      </p:sp>
      <p:grpSp>
        <p:nvGrpSpPr>
          <p:cNvPr id="1091" name="Google Shape;1091;p58"/>
          <p:cNvGrpSpPr/>
          <p:nvPr/>
        </p:nvGrpSpPr>
        <p:grpSpPr>
          <a:xfrm>
            <a:off x="6478038" y="3212608"/>
            <a:ext cx="1153639" cy="997551"/>
            <a:chOff x="10227664" y="2359486"/>
            <a:chExt cx="726427" cy="628141"/>
          </a:xfrm>
        </p:grpSpPr>
        <p:sp>
          <p:nvSpPr>
            <p:cNvPr id="1092" name="Google Shape;1092;p58"/>
            <p:cNvSpPr/>
            <p:nvPr/>
          </p:nvSpPr>
          <p:spPr>
            <a:xfrm>
              <a:off x="10445680" y="2862227"/>
              <a:ext cx="139451" cy="125400"/>
            </a:xfrm>
            <a:custGeom>
              <a:avLst/>
              <a:gdLst/>
              <a:ahLst/>
              <a:cxnLst/>
              <a:rect l="l" t="t" r="r" b="b"/>
              <a:pathLst>
                <a:path w="1965" h="1767" extrusionOk="0">
                  <a:moveTo>
                    <a:pt x="0" y="1"/>
                  </a:moveTo>
                  <a:lnTo>
                    <a:pt x="1350" y="1766"/>
                  </a:lnTo>
                  <a:lnTo>
                    <a:pt x="1965" y="9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3" name="Google Shape;1093;p58"/>
            <p:cNvSpPr/>
            <p:nvPr/>
          </p:nvSpPr>
          <p:spPr>
            <a:xfrm>
              <a:off x="10227664" y="2359486"/>
              <a:ext cx="726423" cy="587682"/>
            </a:xfrm>
            <a:custGeom>
              <a:avLst/>
              <a:gdLst/>
              <a:ahLst/>
              <a:cxnLst/>
              <a:rect l="l" t="t" r="r" b="b"/>
              <a:pathLst>
                <a:path w="10236" h="8281" extrusionOk="0">
                  <a:moveTo>
                    <a:pt x="10235" y="1"/>
                  </a:moveTo>
                  <a:lnTo>
                    <a:pt x="121" y="5979"/>
                  </a:lnTo>
                  <a:cubicBezTo>
                    <a:pt x="43" y="6026"/>
                    <a:pt x="0" y="6116"/>
                    <a:pt x="13" y="6207"/>
                  </a:cubicBezTo>
                  <a:cubicBezTo>
                    <a:pt x="27" y="6298"/>
                    <a:pt x="93" y="6371"/>
                    <a:pt x="183" y="6392"/>
                  </a:cubicBezTo>
                  <a:lnTo>
                    <a:pt x="7983" y="8265"/>
                  </a:lnTo>
                  <a:cubicBezTo>
                    <a:pt x="8027" y="8275"/>
                    <a:pt x="8071" y="8280"/>
                    <a:pt x="8115" y="8280"/>
                  </a:cubicBezTo>
                  <a:cubicBezTo>
                    <a:pt x="8222" y="8280"/>
                    <a:pt x="8327" y="8250"/>
                    <a:pt x="8417" y="8192"/>
                  </a:cubicBezTo>
                  <a:cubicBezTo>
                    <a:pt x="8546" y="8109"/>
                    <a:pt x="8637" y="7978"/>
                    <a:pt x="8666" y="7828"/>
                  </a:cubicBezTo>
                  <a:lnTo>
                    <a:pt x="1023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4" name="Google Shape;1094;p58"/>
            <p:cNvSpPr/>
            <p:nvPr/>
          </p:nvSpPr>
          <p:spPr>
            <a:xfrm>
              <a:off x="10445680" y="2359486"/>
              <a:ext cx="508411" cy="560288"/>
            </a:xfrm>
            <a:custGeom>
              <a:avLst/>
              <a:gdLst/>
              <a:ahLst/>
              <a:cxnLst/>
              <a:rect l="l" t="t" r="r" b="b"/>
              <a:pathLst>
                <a:path w="7164" h="7895" extrusionOk="0">
                  <a:moveTo>
                    <a:pt x="7163" y="1"/>
                  </a:moveTo>
                  <a:lnTo>
                    <a:pt x="0" y="7085"/>
                  </a:lnTo>
                  <a:lnTo>
                    <a:pt x="1612" y="7895"/>
                  </a:lnTo>
                  <a:lnTo>
                    <a:pt x="1612" y="7895"/>
                  </a:lnTo>
                  <a:lnTo>
                    <a:pt x="1258" y="7390"/>
                  </a:lnTo>
                  <a:lnTo>
                    <a:pt x="716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5" name="Google Shape;1095;p58"/>
            <p:cNvSpPr/>
            <p:nvPr/>
          </p:nvSpPr>
          <p:spPr>
            <a:xfrm>
              <a:off x="10534888" y="2883873"/>
              <a:ext cx="53155" cy="103754"/>
            </a:xfrm>
            <a:custGeom>
              <a:avLst/>
              <a:gdLst/>
              <a:ahLst/>
              <a:cxnLst/>
              <a:rect l="l" t="t" r="r" b="b"/>
              <a:pathLst>
                <a:path w="749" h="1462" extrusionOk="0">
                  <a:moveTo>
                    <a:pt x="1" y="1"/>
                  </a:moveTo>
                  <a:lnTo>
                    <a:pt x="93" y="1461"/>
                  </a:lnTo>
                  <a:lnTo>
                    <a:pt x="749" y="177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96" name="Google Shape;1096;p58"/>
          <p:cNvGrpSpPr/>
          <p:nvPr/>
        </p:nvGrpSpPr>
        <p:grpSpPr>
          <a:xfrm>
            <a:off x="4468659" y="3134747"/>
            <a:ext cx="1256812" cy="1153258"/>
            <a:chOff x="5776629" y="3202568"/>
            <a:chExt cx="949971" cy="871765"/>
          </a:xfrm>
        </p:grpSpPr>
        <p:sp>
          <p:nvSpPr>
            <p:cNvPr id="1097" name="Google Shape;1097;p58"/>
            <p:cNvSpPr/>
            <p:nvPr/>
          </p:nvSpPr>
          <p:spPr>
            <a:xfrm>
              <a:off x="5776629" y="3202568"/>
              <a:ext cx="949971" cy="871765"/>
            </a:xfrm>
            <a:custGeom>
              <a:avLst/>
              <a:gdLst/>
              <a:ahLst/>
              <a:cxnLst/>
              <a:rect l="l" t="t" r="r" b="b"/>
              <a:pathLst>
                <a:path w="13386" h="12284" extrusionOk="0">
                  <a:moveTo>
                    <a:pt x="6649" y="0"/>
                  </a:moveTo>
                  <a:cubicBezTo>
                    <a:pt x="5003" y="0"/>
                    <a:pt x="3416" y="568"/>
                    <a:pt x="2202" y="1600"/>
                  </a:cubicBezTo>
                  <a:cubicBezTo>
                    <a:pt x="909" y="2695"/>
                    <a:pt x="143" y="4224"/>
                    <a:pt x="71" y="5852"/>
                  </a:cubicBezTo>
                  <a:cubicBezTo>
                    <a:pt x="0" y="7479"/>
                    <a:pt x="629" y="9070"/>
                    <a:pt x="1821" y="10275"/>
                  </a:cubicBezTo>
                  <a:cubicBezTo>
                    <a:pt x="3012" y="11480"/>
                    <a:pt x="4667" y="12200"/>
                    <a:pt x="6423" y="12277"/>
                  </a:cubicBezTo>
                  <a:cubicBezTo>
                    <a:pt x="6529" y="12282"/>
                    <a:pt x="6635" y="12284"/>
                    <a:pt x="6741" y="12284"/>
                  </a:cubicBezTo>
                  <a:cubicBezTo>
                    <a:pt x="8385" y="12284"/>
                    <a:pt x="9970" y="11716"/>
                    <a:pt x="11184" y="10686"/>
                  </a:cubicBezTo>
                  <a:cubicBezTo>
                    <a:pt x="12477" y="9590"/>
                    <a:pt x="13243" y="8061"/>
                    <a:pt x="13314" y="6433"/>
                  </a:cubicBezTo>
                  <a:cubicBezTo>
                    <a:pt x="13385" y="4807"/>
                    <a:pt x="12756" y="3215"/>
                    <a:pt x="11565" y="2010"/>
                  </a:cubicBezTo>
                  <a:cubicBezTo>
                    <a:pt x="10374" y="805"/>
                    <a:pt x="8719" y="84"/>
                    <a:pt x="6963" y="7"/>
                  </a:cubicBezTo>
                  <a:cubicBezTo>
                    <a:pt x="6858" y="3"/>
                    <a:pt x="6753" y="0"/>
                    <a:pt x="664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8" name="Google Shape;1098;p58"/>
            <p:cNvSpPr/>
            <p:nvPr/>
          </p:nvSpPr>
          <p:spPr>
            <a:xfrm>
              <a:off x="5821197" y="3210232"/>
              <a:ext cx="859558" cy="860055"/>
            </a:xfrm>
            <a:custGeom>
              <a:avLst/>
              <a:gdLst/>
              <a:ahLst/>
              <a:cxnLst/>
              <a:rect l="l" t="t" r="r" b="b"/>
              <a:pathLst>
                <a:path w="12112" h="12119" extrusionOk="0">
                  <a:moveTo>
                    <a:pt x="5988" y="150"/>
                  </a:moveTo>
                  <a:cubicBezTo>
                    <a:pt x="5991" y="150"/>
                    <a:pt x="5994" y="150"/>
                    <a:pt x="5996" y="150"/>
                  </a:cubicBezTo>
                  <a:cubicBezTo>
                    <a:pt x="6051" y="151"/>
                    <a:pt x="6110" y="166"/>
                    <a:pt x="6171" y="192"/>
                  </a:cubicBezTo>
                  <a:cubicBezTo>
                    <a:pt x="6222" y="217"/>
                    <a:pt x="6275" y="250"/>
                    <a:pt x="6327" y="293"/>
                  </a:cubicBezTo>
                  <a:cubicBezTo>
                    <a:pt x="6415" y="365"/>
                    <a:pt x="6499" y="460"/>
                    <a:pt x="6584" y="583"/>
                  </a:cubicBezTo>
                  <a:cubicBezTo>
                    <a:pt x="6712" y="773"/>
                    <a:pt x="6826" y="999"/>
                    <a:pt x="6941" y="1294"/>
                  </a:cubicBezTo>
                  <a:lnTo>
                    <a:pt x="6941" y="1295"/>
                  </a:lnTo>
                  <a:lnTo>
                    <a:pt x="6053" y="1292"/>
                  </a:lnTo>
                  <a:lnTo>
                    <a:pt x="5088" y="1295"/>
                  </a:lnTo>
                  <a:cubicBezTo>
                    <a:pt x="5194" y="989"/>
                    <a:pt x="5295" y="766"/>
                    <a:pt x="5417" y="573"/>
                  </a:cubicBezTo>
                  <a:cubicBezTo>
                    <a:pt x="5499" y="445"/>
                    <a:pt x="5578" y="352"/>
                    <a:pt x="5666" y="279"/>
                  </a:cubicBezTo>
                  <a:cubicBezTo>
                    <a:pt x="5718" y="236"/>
                    <a:pt x="5771" y="203"/>
                    <a:pt x="5823" y="183"/>
                  </a:cubicBezTo>
                  <a:cubicBezTo>
                    <a:pt x="5876" y="160"/>
                    <a:pt x="5933" y="150"/>
                    <a:pt x="5988" y="150"/>
                  </a:cubicBezTo>
                  <a:close/>
                  <a:moveTo>
                    <a:pt x="6349" y="157"/>
                  </a:moveTo>
                  <a:lnTo>
                    <a:pt x="6349" y="157"/>
                  </a:lnTo>
                  <a:cubicBezTo>
                    <a:pt x="6540" y="183"/>
                    <a:pt x="6724" y="223"/>
                    <a:pt x="6904" y="277"/>
                  </a:cubicBezTo>
                  <a:cubicBezTo>
                    <a:pt x="7221" y="373"/>
                    <a:pt x="7532" y="518"/>
                    <a:pt x="7829" y="705"/>
                  </a:cubicBezTo>
                  <a:cubicBezTo>
                    <a:pt x="8084" y="868"/>
                    <a:pt x="8333" y="1069"/>
                    <a:pt x="8569" y="1301"/>
                  </a:cubicBezTo>
                  <a:lnTo>
                    <a:pt x="8017" y="1299"/>
                  </a:lnTo>
                  <a:cubicBezTo>
                    <a:pt x="7805" y="1296"/>
                    <a:pt x="7592" y="1296"/>
                    <a:pt x="7381" y="1296"/>
                  </a:cubicBezTo>
                  <a:lnTo>
                    <a:pt x="7087" y="1295"/>
                  </a:lnTo>
                  <a:lnTo>
                    <a:pt x="7086" y="1290"/>
                  </a:lnTo>
                  <a:cubicBezTo>
                    <a:pt x="7080" y="1274"/>
                    <a:pt x="7073" y="1258"/>
                    <a:pt x="7066" y="1244"/>
                  </a:cubicBezTo>
                  <a:cubicBezTo>
                    <a:pt x="6943" y="941"/>
                    <a:pt x="6824" y="709"/>
                    <a:pt x="6687" y="512"/>
                  </a:cubicBezTo>
                  <a:cubicBezTo>
                    <a:pt x="6591" y="379"/>
                    <a:pt x="6503" y="279"/>
                    <a:pt x="6404" y="199"/>
                  </a:cubicBezTo>
                  <a:cubicBezTo>
                    <a:pt x="6386" y="184"/>
                    <a:pt x="6369" y="171"/>
                    <a:pt x="6349" y="157"/>
                  </a:cubicBezTo>
                  <a:close/>
                  <a:moveTo>
                    <a:pt x="5662" y="135"/>
                  </a:moveTo>
                  <a:lnTo>
                    <a:pt x="5662" y="135"/>
                  </a:lnTo>
                  <a:cubicBezTo>
                    <a:pt x="5638" y="151"/>
                    <a:pt x="5614" y="167"/>
                    <a:pt x="5591" y="187"/>
                  </a:cubicBezTo>
                  <a:cubicBezTo>
                    <a:pt x="5493" y="267"/>
                    <a:pt x="5406" y="368"/>
                    <a:pt x="5315" y="507"/>
                  </a:cubicBezTo>
                  <a:cubicBezTo>
                    <a:pt x="5184" y="707"/>
                    <a:pt x="5076" y="937"/>
                    <a:pt x="4963" y="1253"/>
                  </a:cubicBezTo>
                  <a:cubicBezTo>
                    <a:pt x="4957" y="1268"/>
                    <a:pt x="4953" y="1283"/>
                    <a:pt x="4948" y="1297"/>
                  </a:cubicBezTo>
                  <a:lnTo>
                    <a:pt x="4806" y="1297"/>
                  </a:lnTo>
                  <a:cubicBezTo>
                    <a:pt x="4568" y="1297"/>
                    <a:pt x="4330" y="1299"/>
                    <a:pt x="4092" y="1300"/>
                  </a:cubicBezTo>
                  <a:lnTo>
                    <a:pt x="3228" y="1306"/>
                  </a:lnTo>
                  <a:cubicBezTo>
                    <a:pt x="3461" y="1074"/>
                    <a:pt x="3710" y="873"/>
                    <a:pt x="3964" y="710"/>
                  </a:cubicBezTo>
                  <a:cubicBezTo>
                    <a:pt x="4261" y="523"/>
                    <a:pt x="4572" y="379"/>
                    <a:pt x="4889" y="280"/>
                  </a:cubicBezTo>
                  <a:cubicBezTo>
                    <a:pt x="5141" y="202"/>
                    <a:pt x="5401" y="154"/>
                    <a:pt x="5662" y="135"/>
                  </a:cubicBezTo>
                  <a:close/>
                  <a:moveTo>
                    <a:pt x="6995" y="1444"/>
                  </a:moveTo>
                  <a:cubicBezTo>
                    <a:pt x="7064" y="1638"/>
                    <a:pt x="7125" y="1839"/>
                    <a:pt x="7184" y="2060"/>
                  </a:cubicBezTo>
                  <a:cubicBezTo>
                    <a:pt x="7249" y="2309"/>
                    <a:pt x="7307" y="2566"/>
                    <a:pt x="7360" y="2846"/>
                  </a:cubicBezTo>
                  <a:cubicBezTo>
                    <a:pt x="7405" y="3090"/>
                    <a:pt x="7445" y="3347"/>
                    <a:pt x="7480" y="3611"/>
                  </a:cubicBezTo>
                  <a:lnTo>
                    <a:pt x="6054" y="3606"/>
                  </a:lnTo>
                  <a:lnTo>
                    <a:pt x="4673" y="3609"/>
                  </a:lnTo>
                  <a:lnTo>
                    <a:pt x="4630" y="3609"/>
                  </a:lnTo>
                  <a:cubicBezTo>
                    <a:pt x="4657" y="3355"/>
                    <a:pt x="4690" y="3103"/>
                    <a:pt x="4726" y="2862"/>
                  </a:cubicBezTo>
                  <a:cubicBezTo>
                    <a:pt x="4770" y="2579"/>
                    <a:pt x="4818" y="2320"/>
                    <a:pt x="4874" y="2070"/>
                  </a:cubicBezTo>
                  <a:cubicBezTo>
                    <a:pt x="4925" y="1846"/>
                    <a:pt x="4980" y="1640"/>
                    <a:pt x="5042" y="1444"/>
                  </a:cubicBezTo>
                  <a:lnTo>
                    <a:pt x="6053" y="1448"/>
                  </a:lnTo>
                  <a:lnTo>
                    <a:pt x="6995" y="1444"/>
                  </a:lnTo>
                  <a:close/>
                  <a:moveTo>
                    <a:pt x="3104" y="1432"/>
                  </a:moveTo>
                  <a:lnTo>
                    <a:pt x="4092" y="1439"/>
                  </a:lnTo>
                  <a:cubicBezTo>
                    <a:pt x="4323" y="1442"/>
                    <a:pt x="4555" y="1442"/>
                    <a:pt x="4786" y="1442"/>
                  </a:cubicBezTo>
                  <a:lnTo>
                    <a:pt x="4898" y="1442"/>
                  </a:lnTo>
                  <a:cubicBezTo>
                    <a:pt x="4837" y="1630"/>
                    <a:pt x="4784" y="1824"/>
                    <a:pt x="4734" y="2036"/>
                  </a:cubicBezTo>
                  <a:cubicBezTo>
                    <a:pt x="4674" y="2288"/>
                    <a:pt x="4621" y="2550"/>
                    <a:pt x="4573" y="2836"/>
                  </a:cubicBezTo>
                  <a:cubicBezTo>
                    <a:pt x="4531" y="3085"/>
                    <a:pt x="4494" y="3344"/>
                    <a:pt x="4463" y="3607"/>
                  </a:cubicBezTo>
                  <a:lnTo>
                    <a:pt x="4253" y="3607"/>
                  </a:lnTo>
                  <a:cubicBezTo>
                    <a:pt x="3932" y="3607"/>
                    <a:pt x="3610" y="3609"/>
                    <a:pt x="3289" y="3610"/>
                  </a:cubicBezTo>
                  <a:lnTo>
                    <a:pt x="1908" y="3617"/>
                  </a:lnTo>
                  <a:lnTo>
                    <a:pt x="1834" y="3618"/>
                  </a:lnTo>
                  <a:cubicBezTo>
                    <a:pt x="2015" y="3085"/>
                    <a:pt x="2250" y="2593"/>
                    <a:pt x="2536" y="2156"/>
                  </a:cubicBezTo>
                  <a:cubicBezTo>
                    <a:pt x="2705" y="1898"/>
                    <a:pt x="2895" y="1654"/>
                    <a:pt x="3104" y="1432"/>
                  </a:cubicBezTo>
                  <a:close/>
                  <a:moveTo>
                    <a:pt x="8692" y="1435"/>
                  </a:moveTo>
                  <a:cubicBezTo>
                    <a:pt x="8900" y="1657"/>
                    <a:pt x="9089" y="1899"/>
                    <a:pt x="9257" y="2156"/>
                  </a:cubicBezTo>
                  <a:cubicBezTo>
                    <a:pt x="9544" y="2594"/>
                    <a:pt x="9782" y="3086"/>
                    <a:pt x="9962" y="3621"/>
                  </a:cubicBezTo>
                  <a:lnTo>
                    <a:pt x="7645" y="3610"/>
                  </a:lnTo>
                  <a:cubicBezTo>
                    <a:pt x="7607" y="3335"/>
                    <a:pt x="7563" y="3070"/>
                    <a:pt x="7512" y="2815"/>
                  </a:cubicBezTo>
                  <a:cubicBezTo>
                    <a:pt x="7455" y="2531"/>
                    <a:pt x="7394" y="2271"/>
                    <a:pt x="7324" y="2021"/>
                  </a:cubicBezTo>
                  <a:cubicBezTo>
                    <a:pt x="7268" y="1815"/>
                    <a:pt x="7207" y="1625"/>
                    <a:pt x="7141" y="1443"/>
                  </a:cubicBezTo>
                  <a:lnTo>
                    <a:pt x="7381" y="1443"/>
                  </a:lnTo>
                  <a:cubicBezTo>
                    <a:pt x="7592" y="1443"/>
                    <a:pt x="7805" y="1441"/>
                    <a:pt x="8017" y="1440"/>
                  </a:cubicBezTo>
                  <a:lnTo>
                    <a:pt x="8692" y="1435"/>
                  </a:lnTo>
                  <a:close/>
                  <a:moveTo>
                    <a:pt x="7500" y="3756"/>
                  </a:moveTo>
                  <a:cubicBezTo>
                    <a:pt x="7528" y="3989"/>
                    <a:pt x="7552" y="4220"/>
                    <a:pt x="7570" y="4444"/>
                  </a:cubicBezTo>
                  <a:cubicBezTo>
                    <a:pt x="7610" y="4918"/>
                    <a:pt x="7631" y="5416"/>
                    <a:pt x="7634" y="5923"/>
                  </a:cubicBezTo>
                  <a:lnTo>
                    <a:pt x="6054" y="5921"/>
                  </a:lnTo>
                  <a:lnTo>
                    <a:pt x="4513" y="5923"/>
                  </a:lnTo>
                  <a:cubicBezTo>
                    <a:pt x="4514" y="5136"/>
                    <a:pt x="4547" y="4426"/>
                    <a:pt x="4615" y="3756"/>
                  </a:cubicBezTo>
                  <a:lnTo>
                    <a:pt x="6054" y="3759"/>
                  </a:lnTo>
                  <a:lnTo>
                    <a:pt x="7500" y="3756"/>
                  </a:lnTo>
                  <a:close/>
                  <a:moveTo>
                    <a:pt x="1793" y="3745"/>
                  </a:moveTo>
                  <a:lnTo>
                    <a:pt x="3290" y="3754"/>
                  </a:lnTo>
                  <a:cubicBezTo>
                    <a:pt x="3613" y="3756"/>
                    <a:pt x="3934" y="3756"/>
                    <a:pt x="4256" y="3756"/>
                  </a:cubicBezTo>
                  <a:lnTo>
                    <a:pt x="4448" y="3756"/>
                  </a:lnTo>
                  <a:cubicBezTo>
                    <a:pt x="4422" y="3990"/>
                    <a:pt x="4400" y="4226"/>
                    <a:pt x="4384" y="4455"/>
                  </a:cubicBezTo>
                  <a:cubicBezTo>
                    <a:pt x="4363" y="4719"/>
                    <a:pt x="4348" y="4993"/>
                    <a:pt x="4338" y="5268"/>
                  </a:cubicBezTo>
                  <a:cubicBezTo>
                    <a:pt x="4330" y="5510"/>
                    <a:pt x="4325" y="5725"/>
                    <a:pt x="4323" y="5923"/>
                  </a:cubicBezTo>
                  <a:lnTo>
                    <a:pt x="1549" y="5932"/>
                  </a:lnTo>
                  <a:lnTo>
                    <a:pt x="1446" y="5933"/>
                  </a:lnTo>
                  <a:cubicBezTo>
                    <a:pt x="1452" y="5624"/>
                    <a:pt x="1473" y="5322"/>
                    <a:pt x="1511" y="5032"/>
                  </a:cubicBezTo>
                  <a:cubicBezTo>
                    <a:pt x="1555" y="4683"/>
                    <a:pt x="1623" y="4344"/>
                    <a:pt x="1710" y="4027"/>
                  </a:cubicBezTo>
                  <a:cubicBezTo>
                    <a:pt x="1732" y="3941"/>
                    <a:pt x="1759" y="3851"/>
                    <a:pt x="1793" y="3745"/>
                  </a:cubicBezTo>
                  <a:close/>
                  <a:moveTo>
                    <a:pt x="10004" y="3746"/>
                  </a:moveTo>
                  <a:cubicBezTo>
                    <a:pt x="10037" y="3851"/>
                    <a:pt x="10064" y="3939"/>
                    <a:pt x="10087" y="4024"/>
                  </a:cubicBezTo>
                  <a:cubicBezTo>
                    <a:pt x="10251" y="4629"/>
                    <a:pt x="10341" y="5271"/>
                    <a:pt x="10352" y="5933"/>
                  </a:cubicBezTo>
                  <a:lnTo>
                    <a:pt x="7811" y="5924"/>
                  </a:lnTo>
                  <a:cubicBezTo>
                    <a:pt x="7808" y="5412"/>
                    <a:pt x="7783" y="4910"/>
                    <a:pt x="7741" y="4430"/>
                  </a:cubicBezTo>
                  <a:cubicBezTo>
                    <a:pt x="7720" y="4213"/>
                    <a:pt x="7696" y="3986"/>
                    <a:pt x="7666" y="3756"/>
                  </a:cubicBezTo>
                  <a:lnTo>
                    <a:pt x="10004" y="3746"/>
                  </a:lnTo>
                  <a:close/>
                  <a:moveTo>
                    <a:pt x="7635" y="6068"/>
                  </a:moveTo>
                  <a:cubicBezTo>
                    <a:pt x="7635" y="6613"/>
                    <a:pt x="7615" y="7152"/>
                    <a:pt x="7575" y="7670"/>
                  </a:cubicBezTo>
                  <a:cubicBezTo>
                    <a:pt x="7562" y="7845"/>
                    <a:pt x="7544" y="8031"/>
                    <a:pt x="7522" y="8235"/>
                  </a:cubicBezTo>
                  <a:lnTo>
                    <a:pt x="6054" y="8233"/>
                  </a:lnTo>
                  <a:lnTo>
                    <a:pt x="4673" y="8235"/>
                  </a:lnTo>
                  <a:lnTo>
                    <a:pt x="4617" y="8235"/>
                  </a:lnTo>
                  <a:cubicBezTo>
                    <a:pt x="4598" y="8037"/>
                    <a:pt x="4580" y="7860"/>
                    <a:pt x="4568" y="7695"/>
                  </a:cubicBezTo>
                  <a:cubicBezTo>
                    <a:pt x="4529" y="7170"/>
                    <a:pt x="4510" y="6628"/>
                    <a:pt x="4512" y="6081"/>
                  </a:cubicBezTo>
                  <a:lnTo>
                    <a:pt x="4512" y="6070"/>
                  </a:lnTo>
                  <a:lnTo>
                    <a:pt x="4513" y="6070"/>
                  </a:lnTo>
                  <a:lnTo>
                    <a:pt x="6054" y="6073"/>
                  </a:lnTo>
                  <a:lnTo>
                    <a:pt x="7635" y="6068"/>
                  </a:lnTo>
                  <a:close/>
                  <a:moveTo>
                    <a:pt x="10355" y="6060"/>
                  </a:moveTo>
                  <a:lnTo>
                    <a:pt x="10355" y="6060"/>
                  </a:lnTo>
                  <a:cubicBezTo>
                    <a:pt x="10353" y="6762"/>
                    <a:pt x="10262" y="7446"/>
                    <a:pt x="10087" y="8089"/>
                  </a:cubicBezTo>
                  <a:cubicBezTo>
                    <a:pt x="10072" y="8142"/>
                    <a:pt x="10056" y="8195"/>
                    <a:pt x="10040" y="8246"/>
                  </a:cubicBezTo>
                  <a:lnTo>
                    <a:pt x="7697" y="8236"/>
                  </a:lnTo>
                  <a:cubicBezTo>
                    <a:pt x="7719" y="8036"/>
                    <a:pt x="7736" y="7855"/>
                    <a:pt x="7750" y="7684"/>
                  </a:cubicBezTo>
                  <a:cubicBezTo>
                    <a:pt x="7790" y="7163"/>
                    <a:pt x="7811" y="6618"/>
                    <a:pt x="7813" y="6068"/>
                  </a:cubicBezTo>
                  <a:lnTo>
                    <a:pt x="10355" y="6060"/>
                  </a:lnTo>
                  <a:close/>
                  <a:moveTo>
                    <a:pt x="1444" y="6060"/>
                  </a:moveTo>
                  <a:lnTo>
                    <a:pt x="4322" y="6069"/>
                  </a:lnTo>
                  <a:lnTo>
                    <a:pt x="4322" y="6083"/>
                  </a:lnTo>
                  <a:cubicBezTo>
                    <a:pt x="4325" y="6637"/>
                    <a:pt x="4348" y="7184"/>
                    <a:pt x="4392" y="7711"/>
                  </a:cubicBezTo>
                  <a:cubicBezTo>
                    <a:pt x="4406" y="7871"/>
                    <a:pt x="4423" y="8044"/>
                    <a:pt x="4445" y="8236"/>
                  </a:cubicBezTo>
                  <a:lnTo>
                    <a:pt x="4294" y="8236"/>
                  </a:lnTo>
                  <a:cubicBezTo>
                    <a:pt x="3959" y="8236"/>
                    <a:pt x="3625" y="8238"/>
                    <a:pt x="3292" y="8240"/>
                  </a:cubicBezTo>
                  <a:lnTo>
                    <a:pt x="1910" y="8246"/>
                  </a:lnTo>
                  <a:lnTo>
                    <a:pt x="1760" y="8248"/>
                  </a:lnTo>
                  <a:cubicBezTo>
                    <a:pt x="1744" y="8195"/>
                    <a:pt x="1728" y="8141"/>
                    <a:pt x="1714" y="8088"/>
                  </a:cubicBezTo>
                  <a:cubicBezTo>
                    <a:pt x="1625" y="7770"/>
                    <a:pt x="1557" y="7432"/>
                    <a:pt x="1512" y="7081"/>
                  </a:cubicBezTo>
                  <a:cubicBezTo>
                    <a:pt x="1468" y="6748"/>
                    <a:pt x="1444" y="6404"/>
                    <a:pt x="1444" y="6060"/>
                  </a:cubicBezTo>
                  <a:close/>
                  <a:moveTo>
                    <a:pt x="10002" y="8373"/>
                  </a:moveTo>
                  <a:cubicBezTo>
                    <a:pt x="9816" y="8952"/>
                    <a:pt x="9565" y="9485"/>
                    <a:pt x="9255" y="9957"/>
                  </a:cubicBezTo>
                  <a:cubicBezTo>
                    <a:pt x="9115" y="10170"/>
                    <a:pt x="8962" y="10370"/>
                    <a:pt x="8800" y="10556"/>
                  </a:cubicBezTo>
                  <a:lnTo>
                    <a:pt x="7243" y="10556"/>
                  </a:lnTo>
                  <a:cubicBezTo>
                    <a:pt x="7290" y="10410"/>
                    <a:pt x="7333" y="10256"/>
                    <a:pt x="7373" y="10100"/>
                  </a:cubicBezTo>
                  <a:cubicBezTo>
                    <a:pt x="7437" y="9849"/>
                    <a:pt x="7493" y="9588"/>
                    <a:pt x="7546" y="9301"/>
                  </a:cubicBezTo>
                  <a:cubicBezTo>
                    <a:pt x="7597" y="9014"/>
                    <a:pt x="7642" y="8712"/>
                    <a:pt x="7681" y="8383"/>
                  </a:cubicBezTo>
                  <a:lnTo>
                    <a:pt x="10002" y="8373"/>
                  </a:lnTo>
                  <a:close/>
                  <a:moveTo>
                    <a:pt x="1796" y="8373"/>
                  </a:moveTo>
                  <a:lnTo>
                    <a:pt x="3290" y="8382"/>
                  </a:lnTo>
                  <a:cubicBezTo>
                    <a:pt x="3613" y="8384"/>
                    <a:pt x="3935" y="8384"/>
                    <a:pt x="4259" y="8384"/>
                  </a:cubicBezTo>
                  <a:lnTo>
                    <a:pt x="4461" y="8384"/>
                  </a:lnTo>
                  <a:cubicBezTo>
                    <a:pt x="4503" y="8725"/>
                    <a:pt x="4547" y="9032"/>
                    <a:pt x="4601" y="9327"/>
                  </a:cubicBezTo>
                  <a:cubicBezTo>
                    <a:pt x="4653" y="9612"/>
                    <a:pt x="4710" y="9872"/>
                    <a:pt x="4775" y="10126"/>
                  </a:cubicBezTo>
                  <a:cubicBezTo>
                    <a:pt x="4813" y="10272"/>
                    <a:pt x="4855" y="10417"/>
                    <a:pt x="4898" y="10557"/>
                  </a:cubicBezTo>
                  <a:lnTo>
                    <a:pt x="2996" y="10557"/>
                  </a:lnTo>
                  <a:cubicBezTo>
                    <a:pt x="2833" y="10372"/>
                    <a:pt x="2680" y="10170"/>
                    <a:pt x="2540" y="9956"/>
                  </a:cubicBezTo>
                  <a:cubicBezTo>
                    <a:pt x="2231" y="9484"/>
                    <a:pt x="1981" y="8952"/>
                    <a:pt x="1796" y="8373"/>
                  </a:cubicBezTo>
                  <a:close/>
                  <a:moveTo>
                    <a:pt x="7506" y="8385"/>
                  </a:moveTo>
                  <a:lnTo>
                    <a:pt x="7506" y="8385"/>
                  </a:lnTo>
                  <a:cubicBezTo>
                    <a:pt x="7471" y="8706"/>
                    <a:pt x="7429" y="8998"/>
                    <a:pt x="7381" y="9275"/>
                  </a:cubicBezTo>
                  <a:cubicBezTo>
                    <a:pt x="7333" y="9557"/>
                    <a:pt x="7279" y="9816"/>
                    <a:pt x="7217" y="10064"/>
                  </a:cubicBezTo>
                  <a:cubicBezTo>
                    <a:pt x="7175" y="10235"/>
                    <a:pt x="7130" y="10402"/>
                    <a:pt x="7080" y="10559"/>
                  </a:cubicBezTo>
                  <a:lnTo>
                    <a:pt x="5059" y="10559"/>
                  </a:lnTo>
                  <a:lnTo>
                    <a:pt x="5059" y="10556"/>
                  </a:lnTo>
                  <a:cubicBezTo>
                    <a:pt x="5011" y="10404"/>
                    <a:pt x="4967" y="10246"/>
                    <a:pt x="4927" y="10086"/>
                  </a:cubicBezTo>
                  <a:cubicBezTo>
                    <a:pt x="4866" y="9838"/>
                    <a:pt x="4813" y="9580"/>
                    <a:pt x="4764" y="9299"/>
                  </a:cubicBezTo>
                  <a:cubicBezTo>
                    <a:pt x="4713" y="9013"/>
                    <a:pt x="4671" y="8714"/>
                    <a:pt x="4635" y="8385"/>
                  </a:cubicBezTo>
                  <a:lnTo>
                    <a:pt x="4635" y="8385"/>
                  </a:lnTo>
                  <a:lnTo>
                    <a:pt x="6054" y="8388"/>
                  </a:lnTo>
                  <a:lnTo>
                    <a:pt x="7506" y="8385"/>
                  </a:lnTo>
                  <a:close/>
                  <a:moveTo>
                    <a:pt x="8675" y="10692"/>
                  </a:moveTo>
                  <a:lnTo>
                    <a:pt x="8614" y="10756"/>
                  </a:lnTo>
                  <a:cubicBezTo>
                    <a:pt x="8364" y="11012"/>
                    <a:pt x="8098" y="11230"/>
                    <a:pt x="7825" y="11404"/>
                  </a:cubicBezTo>
                  <a:cubicBezTo>
                    <a:pt x="7531" y="11590"/>
                    <a:pt x="7219" y="11733"/>
                    <a:pt x="6901" y="11831"/>
                  </a:cubicBezTo>
                  <a:cubicBezTo>
                    <a:pt x="6781" y="11867"/>
                    <a:pt x="6653" y="11898"/>
                    <a:pt x="6522" y="11922"/>
                  </a:cubicBezTo>
                  <a:cubicBezTo>
                    <a:pt x="6607" y="11845"/>
                    <a:pt x="6687" y="11749"/>
                    <a:pt x="6770" y="11625"/>
                  </a:cubicBezTo>
                  <a:cubicBezTo>
                    <a:pt x="6901" y="11426"/>
                    <a:pt x="7016" y="11189"/>
                    <a:pt x="7131" y="10883"/>
                  </a:cubicBezTo>
                  <a:cubicBezTo>
                    <a:pt x="7155" y="10820"/>
                    <a:pt x="7177" y="10755"/>
                    <a:pt x="7198" y="10692"/>
                  </a:cubicBezTo>
                  <a:close/>
                  <a:moveTo>
                    <a:pt x="4942" y="10692"/>
                  </a:moveTo>
                  <a:cubicBezTo>
                    <a:pt x="4967" y="10765"/>
                    <a:pt x="4992" y="10836"/>
                    <a:pt x="5018" y="10906"/>
                  </a:cubicBezTo>
                  <a:cubicBezTo>
                    <a:pt x="5135" y="11213"/>
                    <a:pt x="5252" y="11449"/>
                    <a:pt x="5385" y="11648"/>
                  </a:cubicBezTo>
                  <a:cubicBezTo>
                    <a:pt x="5478" y="11786"/>
                    <a:pt x="5568" y="11885"/>
                    <a:pt x="5669" y="11965"/>
                  </a:cubicBezTo>
                  <a:cubicBezTo>
                    <a:pt x="5673" y="11969"/>
                    <a:pt x="5676" y="11972"/>
                    <a:pt x="5681" y="11974"/>
                  </a:cubicBezTo>
                  <a:cubicBezTo>
                    <a:pt x="5412" y="11957"/>
                    <a:pt x="5147" y="11908"/>
                    <a:pt x="4890" y="11829"/>
                  </a:cubicBezTo>
                  <a:cubicBezTo>
                    <a:pt x="4572" y="11731"/>
                    <a:pt x="4261" y="11588"/>
                    <a:pt x="3966" y="11402"/>
                  </a:cubicBezTo>
                  <a:cubicBezTo>
                    <a:pt x="3694" y="11228"/>
                    <a:pt x="3427" y="11010"/>
                    <a:pt x="3178" y="10754"/>
                  </a:cubicBezTo>
                  <a:cubicBezTo>
                    <a:pt x="3158" y="10734"/>
                    <a:pt x="3139" y="10713"/>
                    <a:pt x="3119" y="10693"/>
                  </a:cubicBezTo>
                  <a:lnTo>
                    <a:pt x="4942" y="10693"/>
                  </a:lnTo>
                  <a:lnTo>
                    <a:pt x="4942" y="10692"/>
                  </a:lnTo>
                  <a:close/>
                  <a:moveTo>
                    <a:pt x="7040" y="10693"/>
                  </a:moveTo>
                  <a:cubicBezTo>
                    <a:pt x="7024" y="10739"/>
                    <a:pt x="7008" y="10785"/>
                    <a:pt x="6992" y="10830"/>
                  </a:cubicBezTo>
                  <a:cubicBezTo>
                    <a:pt x="6883" y="11128"/>
                    <a:pt x="6774" y="11357"/>
                    <a:pt x="6652" y="11546"/>
                  </a:cubicBezTo>
                  <a:cubicBezTo>
                    <a:pt x="6569" y="11673"/>
                    <a:pt x="6490" y="11767"/>
                    <a:pt x="6404" y="11840"/>
                  </a:cubicBezTo>
                  <a:cubicBezTo>
                    <a:pt x="6354" y="11883"/>
                    <a:pt x="6302" y="11918"/>
                    <a:pt x="6252" y="11941"/>
                  </a:cubicBezTo>
                  <a:cubicBezTo>
                    <a:pt x="6225" y="11953"/>
                    <a:pt x="6198" y="11963"/>
                    <a:pt x="6169" y="11970"/>
                  </a:cubicBezTo>
                  <a:cubicBezTo>
                    <a:pt x="6124" y="11974"/>
                    <a:pt x="6078" y="11975"/>
                    <a:pt x="6032" y="11977"/>
                  </a:cubicBezTo>
                  <a:lnTo>
                    <a:pt x="6019" y="11978"/>
                  </a:lnTo>
                  <a:cubicBezTo>
                    <a:pt x="5981" y="11973"/>
                    <a:pt x="5947" y="11963"/>
                    <a:pt x="5912" y="11951"/>
                  </a:cubicBezTo>
                  <a:cubicBezTo>
                    <a:pt x="5860" y="11929"/>
                    <a:pt x="5809" y="11898"/>
                    <a:pt x="5757" y="11855"/>
                  </a:cubicBezTo>
                  <a:cubicBezTo>
                    <a:pt x="5670" y="11787"/>
                    <a:pt x="5588" y="11692"/>
                    <a:pt x="5504" y="11568"/>
                  </a:cubicBezTo>
                  <a:cubicBezTo>
                    <a:pt x="5379" y="11378"/>
                    <a:pt x="5269" y="11151"/>
                    <a:pt x="5160" y="10855"/>
                  </a:cubicBezTo>
                  <a:cubicBezTo>
                    <a:pt x="5139" y="10801"/>
                    <a:pt x="5120" y="10747"/>
                    <a:pt x="5103" y="10693"/>
                  </a:cubicBezTo>
                  <a:close/>
                  <a:moveTo>
                    <a:pt x="5899" y="1"/>
                  </a:moveTo>
                  <a:cubicBezTo>
                    <a:pt x="5547" y="1"/>
                    <a:pt x="5195" y="53"/>
                    <a:pt x="4856" y="156"/>
                  </a:cubicBezTo>
                  <a:cubicBezTo>
                    <a:pt x="4523" y="257"/>
                    <a:pt x="4199" y="402"/>
                    <a:pt x="3895" y="593"/>
                  </a:cubicBezTo>
                  <a:cubicBezTo>
                    <a:pt x="3588" y="785"/>
                    <a:pt x="3293" y="1026"/>
                    <a:pt x="3019" y="1307"/>
                  </a:cubicBezTo>
                  <a:lnTo>
                    <a:pt x="2782" y="1311"/>
                  </a:lnTo>
                  <a:cubicBezTo>
                    <a:pt x="2566" y="1313"/>
                    <a:pt x="2351" y="1316"/>
                    <a:pt x="2133" y="1318"/>
                  </a:cubicBezTo>
                  <a:cubicBezTo>
                    <a:pt x="2106" y="1320"/>
                    <a:pt x="2084" y="1342"/>
                    <a:pt x="2084" y="1368"/>
                  </a:cubicBezTo>
                  <a:lnTo>
                    <a:pt x="2085" y="1391"/>
                  </a:lnTo>
                  <a:lnTo>
                    <a:pt x="2116" y="1419"/>
                  </a:lnTo>
                  <a:lnTo>
                    <a:pt x="2134" y="1419"/>
                  </a:lnTo>
                  <a:cubicBezTo>
                    <a:pt x="2354" y="1423"/>
                    <a:pt x="2573" y="1426"/>
                    <a:pt x="2793" y="1428"/>
                  </a:cubicBezTo>
                  <a:lnTo>
                    <a:pt x="2905" y="1429"/>
                  </a:lnTo>
                  <a:cubicBezTo>
                    <a:pt x="2723" y="1630"/>
                    <a:pt x="2556" y="1844"/>
                    <a:pt x="2405" y="2065"/>
                  </a:cubicBezTo>
                  <a:cubicBezTo>
                    <a:pt x="2091" y="2531"/>
                    <a:pt x="1834" y="3054"/>
                    <a:pt x="1640" y="3621"/>
                  </a:cubicBezTo>
                  <a:lnTo>
                    <a:pt x="530" y="3632"/>
                  </a:lnTo>
                  <a:cubicBezTo>
                    <a:pt x="504" y="3633"/>
                    <a:pt x="481" y="3654"/>
                    <a:pt x="481" y="3682"/>
                  </a:cubicBezTo>
                  <a:cubicBezTo>
                    <a:pt x="481" y="3710"/>
                    <a:pt x="504" y="3733"/>
                    <a:pt x="532" y="3733"/>
                  </a:cubicBezTo>
                  <a:lnTo>
                    <a:pt x="1598" y="3742"/>
                  </a:lnTo>
                  <a:cubicBezTo>
                    <a:pt x="1572" y="3825"/>
                    <a:pt x="1547" y="3901"/>
                    <a:pt x="1528" y="3974"/>
                  </a:cubicBezTo>
                  <a:cubicBezTo>
                    <a:pt x="1433" y="4309"/>
                    <a:pt x="1362" y="4656"/>
                    <a:pt x="1315" y="5005"/>
                  </a:cubicBezTo>
                  <a:cubicBezTo>
                    <a:pt x="1275" y="5303"/>
                    <a:pt x="1252" y="5617"/>
                    <a:pt x="1245" y="5935"/>
                  </a:cubicBezTo>
                  <a:lnTo>
                    <a:pt x="51" y="5944"/>
                  </a:lnTo>
                  <a:cubicBezTo>
                    <a:pt x="24" y="5944"/>
                    <a:pt x="1" y="5967"/>
                    <a:pt x="1" y="5994"/>
                  </a:cubicBezTo>
                  <a:cubicBezTo>
                    <a:pt x="1" y="6023"/>
                    <a:pt x="24" y="6046"/>
                    <a:pt x="52" y="6046"/>
                  </a:cubicBezTo>
                  <a:lnTo>
                    <a:pt x="1244" y="6055"/>
                  </a:lnTo>
                  <a:cubicBezTo>
                    <a:pt x="1245" y="6409"/>
                    <a:pt x="1269" y="6763"/>
                    <a:pt x="1315" y="7105"/>
                  </a:cubicBezTo>
                  <a:cubicBezTo>
                    <a:pt x="1362" y="7454"/>
                    <a:pt x="1432" y="7802"/>
                    <a:pt x="1526" y="8138"/>
                  </a:cubicBezTo>
                  <a:cubicBezTo>
                    <a:pt x="1536" y="8174"/>
                    <a:pt x="1547" y="8212"/>
                    <a:pt x="1560" y="8248"/>
                  </a:cubicBezTo>
                  <a:lnTo>
                    <a:pt x="532" y="8257"/>
                  </a:lnTo>
                  <a:cubicBezTo>
                    <a:pt x="504" y="8257"/>
                    <a:pt x="481" y="8280"/>
                    <a:pt x="481" y="8308"/>
                  </a:cubicBezTo>
                  <a:cubicBezTo>
                    <a:pt x="481" y="8336"/>
                    <a:pt x="504" y="8358"/>
                    <a:pt x="532" y="8358"/>
                  </a:cubicBezTo>
                  <a:lnTo>
                    <a:pt x="1597" y="8368"/>
                  </a:lnTo>
                  <a:cubicBezTo>
                    <a:pt x="1793" y="8982"/>
                    <a:pt x="2064" y="9546"/>
                    <a:pt x="2401" y="10048"/>
                  </a:cubicBezTo>
                  <a:cubicBezTo>
                    <a:pt x="2519" y="10222"/>
                    <a:pt x="2647" y="10391"/>
                    <a:pt x="2785" y="10554"/>
                  </a:cubicBezTo>
                  <a:lnTo>
                    <a:pt x="2331" y="10554"/>
                  </a:lnTo>
                  <a:cubicBezTo>
                    <a:pt x="2294" y="10554"/>
                    <a:pt x="2263" y="10584"/>
                    <a:pt x="2263" y="10622"/>
                  </a:cubicBezTo>
                  <a:cubicBezTo>
                    <a:pt x="2263" y="10659"/>
                    <a:pt x="2294" y="10690"/>
                    <a:pt x="2331" y="10690"/>
                  </a:cubicBezTo>
                  <a:lnTo>
                    <a:pt x="2903" y="10690"/>
                  </a:lnTo>
                  <a:cubicBezTo>
                    <a:pt x="3203" y="11022"/>
                    <a:pt x="3536" y="11303"/>
                    <a:pt x="3893" y="11525"/>
                  </a:cubicBezTo>
                  <a:cubicBezTo>
                    <a:pt x="4199" y="11716"/>
                    <a:pt x="4523" y="11863"/>
                    <a:pt x="4855" y="11963"/>
                  </a:cubicBezTo>
                  <a:cubicBezTo>
                    <a:pt x="5195" y="12066"/>
                    <a:pt x="5547" y="12119"/>
                    <a:pt x="5899" y="12119"/>
                  </a:cubicBezTo>
                  <a:cubicBezTo>
                    <a:pt x="5904" y="12119"/>
                    <a:pt x="5909" y="12119"/>
                    <a:pt x="5914" y="12119"/>
                  </a:cubicBezTo>
                  <a:cubicBezTo>
                    <a:pt x="5935" y="12119"/>
                    <a:pt x="5954" y="12117"/>
                    <a:pt x="5975" y="12115"/>
                  </a:cubicBezTo>
                  <a:lnTo>
                    <a:pt x="6008" y="12113"/>
                  </a:lnTo>
                  <a:cubicBezTo>
                    <a:pt x="6032" y="12117"/>
                    <a:pt x="6052" y="12118"/>
                    <a:pt x="6071" y="12118"/>
                  </a:cubicBezTo>
                  <a:cubicBezTo>
                    <a:pt x="6077" y="12118"/>
                    <a:pt x="6083" y="12118"/>
                    <a:pt x="6088" y="12118"/>
                  </a:cubicBezTo>
                  <a:cubicBezTo>
                    <a:pt x="6123" y="12118"/>
                    <a:pt x="6158" y="12112"/>
                    <a:pt x="6189" y="12105"/>
                  </a:cubicBezTo>
                  <a:cubicBezTo>
                    <a:pt x="6446" y="12083"/>
                    <a:pt x="6702" y="12035"/>
                    <a:pt x="6944" y="11962"/>
                  </a:cubicBezTo>
                  <a:cubicBezTo>
                    <a:pt x="7276" y="11863"/>
                    <a:pt x="7599" y="11714"/>
                    <a:pt x="7905" y="11524"/>
                  </a:cubicBezTo>
                  <a:cubicBezTo>
                    <a:pt x="8259" y="11301"/>
                    <a:pt x="8590" y="11022"/>
                    <a:pt x="8890" y="10691"/>
                  </a:cubicBezTo>
                  <a:lnTo>
                    <a:pt x="10178" y="10691"/>
                  </a:lnTo>
                  <a:cubicBezTo>
                    <a:pt x="10215" y="10691"/>
                    <a:pt x="10246" y="10660"/>
                    <a:pt x="10246" y="10623"/>
                  </a:cubicBezTo>
                  <a:cubicBezTo>
                    <a:pt x="10246" y="10585"/>
                    <a:pt x="10216" y="10555"/>
                    <a:pt x="10178" y="10555"/>
                  </a:cubicBezTo>
                  <a:lnTo>
                    <a:pt x="9009" y="10555"/>
                  </a:lnTo>
                  <a:cubicBezTo>
                    <a:pt x="9147" y="10391"/>
                    <a:pt x="9276" y="10221"/>
                    <a:pt x="9394" y="10047"/>
                  </a:cubicBezTo>
                  <a:cubicBezTo>
                    <a:pt x="9730" y="9546"/>
                    <a:pt x="10000" y="8983"/>
                    <a:pt x="10195" y="8372"/>
                  </a:cubicBezTo>
                  <a:lnTo>
                    <a:pt x="11583" y="8358"/>
                  </a:lnTo>
                  <a:cubicBezTo>
                    <a:pt x="11610" y="8358"/>
                    <a:pt x="11631" y="8337"/>
                    <a:pt x="11631" y="8310"/>
                  </a:cubicBezTo>
                  <a:lnTo>
                    <a:pt x="11628" y="8262"/>
                  </a:lnTo>
                  <a:lnTo>
                    <a:pt x="10234" y="8249"/>
                  </a:lnTo>
                  <a:cubicBezTo>
                    <a:pt x="10245" y="8213"/>
                    <a:pt x="10256" y="8175"/>
                    <a:pt x="10267" y="8138"/>
                  </a:cubicBezTo>
                  <a:cubicBezTo>
                    <a:pt x="10451" y="7479"/>
                    <a:pt x="10545" y="6779"/>
                    <a:pt x="10550" y="6059"/>
                  </a:cubicBezTo>
                  <a:lnTo>
                    <a:pt x="12064" y="6046"/>
                  </a:lnTo>
                  <a:lnTo>
                    <a:pt x="12065" y="6046"/>
                  </a:lnTo>
                  <a:cubicBezTo>
                    <a:pt x="12092" y="6045"/>
                    <a:pt x="12112" y="6023"/>
                    <a:pt x="12112" y="5998"/>
                  </a:cubicBezTo>
                  <a:lnTo>
                    <a:pt x="12104" y="5948"/>
                  </a:lnTo>
                  <a:lnTo>
                    <a:pt x="10559" y="5935"/>
                  </a:lnTo>
                  <a:lnTo>
                    <a:pt x="10544" y="5935"/>
                  </a:lnTo>
                  <a:cubicBezTo>
                    <a:pt x="10531" y="5255"/>
                    <a:pt x="10436" y="4597"/>
                    <a:pt x="10264" y="3976"/>
                  </a:cubicBezTo>
                  <a:cubicBezTo>
                    <a:pt x="10244" y="3906"/>
                    <a:pt x="10220" y="3830"/>
                    <a:pt x="10192" y="3745"/>
                  </a:cubicBezTo>
                  <a:lnTo>
                    <a:pt x="11581" y="3732"/>
                  </a:lnTo>
                  <a:cubicBezTo>
                    <a:pt x="11608" y="3732"/>
                    <a:pt x="11629" y="3711"/>
                    <a:pt x="11629" y="3684"/>
                  </a:cubicBezTo>
                  <a:lnTo>
                    <a:pt x="11625" y="3636"/>
                  </a:lnTo>
                  <a:lnTo>
                    <a:pt x="10200" y="3622"/>
                  </a:lnTo>
                  <a:lnTo>
                    <a:pt x="10149" y="3622"/>
                  </a:lnTo>
                  <a:cubicBezTo>
                    <a:pt x="9957" y="3056"/>
                    <a:pt x="9700" y="2535"/>
                    <a:pt x="9389" y="2070"/>
                  </a:cubicBezTo>
                  <a:cubicBezTo>
                    <a:pt x="9239" y="1849"/>
                    <a:pt x="9072" y="1635"/>
                    <a:pt x="8890" y="1435"/>
                  </a:cubicBezTo>
                  <a:lnTo>
                    <a:pt x="9346" y="1429"/>
                  </a:lnTo>
                  <a:cubicBezTo>
                    <a:pt x="9558" y="1427"/>
                    <a:pt x="9768" y="1424"/>
                    <a:pt x="9980" y="1421"/>
                  </a:cubicBezTo>
                  <a:cubicBezTo>
                    <a:pt x="10005" y="1419"/>
                    <a:pt x="10026" y="1399"/>
                    <a:pt x="10026" y="1373"/>
                  </a:cubicBezTo>
                  <a:lnTo>
                    <a:pt x="10023" y="1325"/>
                  </a:lnTo>
                  <a:lnTo>
                    <a:pt x="9980" y="1322"/>
                  </a:lnTo>
                  <a:cubicBezTo>
                    <a:pt x="9770" y="1319"/>
                    <a:pt x="9561" y="1316"/>
                    <a:pt x="9351" y="1313"/>
                  </a:cubicBezTo>
                  <a:lnTo>
                    <a:pt x="8772" y="1306"/>
                  </a:lnTo>
                  <a:cubicBezTo>
                    <a:pt x="8500" y="1026"/>
                    <a:pt x="8207" y="787"/>
                    <a:pt x="7901" y="595"/>
                  </a:cubicBezTo>
                  <a:cubicBezTo>
                    <a:pt x="7597" y="405"/>
                    <a:pt x="7274" y="258"/>
                    <a:pt x="6942" y="157"/>
                  </a:cubicBezTo>
                  <a:cubicBezTo>
                    <a:pt x="6601" y="54"/>
                    <a:pt x="6251" y="2"/>
                    <a:pt x="589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99" name="Google Shape;1099;p58"/>
          <p:cNvGrpSpPr/>
          <p:nvPr/>
        </p:nvGrpSpPr>
        <p:grpSpPr>
          <a:xfrm>
            <a:off x="1540300" y="3246293"/>
            <a:ext cx="2175772" cy="1085619"/>
            <a:chOff x="1540300" y="3202580"/>
            <a:chExt cx="2175772" cy="1085619"/>
          </a:xfrm>
        </p:grpSpPr>
        <p:sp>
          <p:nvSpPr>
            <p:cNvPr id="1100" name="Google Shape;1100;p58"/>
            <p:cNvSpPr/>
            <p:nvPr/>
          </p:nvSpPr>
          <p:spPr>
            <a:xfrm>
              <a:off x="1546991" y="3209161"/>
              <a:ext cx="2162500" cy="359531"/>
            </a:xfrm>
            <a:custGeom>
              <a:avLst/>
              <a:gdLst/>
              <a:ahLst/>
              <a:cxnLst/>
              <a:rect l="l" t="t" r="r" b="b"/>
              <a:pathLst>
                <a:path w="19716" h="3278" extrusionOk="0">
                  <a:moveTo>
                    <a:pt x="18116" y="1"/>
                  </a:moveTo>
                  <a:lnTo>
                    <a:pt x="1600" y="77"/>
                  </a:lnTo>
                  <a:cubicBezTo>
                    <a:pt x="717" y="77"/>
                    <a:pt x="0" y="793"/>
                    <a:pt x="0" y="1678"/>
                  </a:cubicBezTo>
                  <a:cubicBezTo>
                    <a:pt x="0" y="2560"/>
                    <a:pt x="716" y="3277"/>
                    <a:pt x="1600" y="3277"/>
                  </a:cubicBezTo>
                  <a:lnTo>
                    <a:pt x="18116" y="3200"/>
                  </a:lnTo>
                  <a:cubicBezTo>
                    <a:pt x="19000" y="3200"/>
                    <a:pt x="19715" y="2483"/>
                    <a:pt x="19715" y="1601"/>
                  </a:cubicBezTo>
                  <a:cubicBezTo>
                    <a:pt x="19715" y="718"/>
                    <a:pt x="19000" y="1"/>
                    <a:pt x="1811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1" name="Google Shape;1101;p58"/>
            <p:cNvSpPr/>
            <p:nvPr/>
          </p:nvSpPr>
          <p:spPr>
            <a:xfrm>
              <a:off x="1540300" y="3202580"/>
              <a:ext cx="2175772" cy="372693"/>
            </a:xfrm>
            <a:custGeom>
              <a:avLst/>
              <a:gdLst/>
              <a:ahLst/>
              <a:cxnLst/>
              <a:rect l="l" t="t" r="r" b="b"/>
              <a:pathLst>
                <a:path w="19837" h="3398" extrusionOk="0">
                  <a:moveTo>
                    <a:pt x="18177" y="120"/>
                  </a:moveTo>
                  <a:cubicBezTo>
                    <a:pt x="19025" y="120"/>
                    <a:pt x="19714" y="810"/>
                    <a:pt x="19714" y="1659"/>
                  </a:cubicBezTo>
                  <a:cubicBezTo>
                    <a:pt x="19714" y="2509"/>
                    <a:pt x="19024" y="3199"/>
                    <a:pt x="18176" y="3199"/>
                  </a:cubicBezTo>
                  <a:lnTo>
                    <a:pt x="1660" y="3275"/>
                  </a:lnTo>
                  <a:cubicBezTo>
                    <a:pt x="810" y="3275"/>
                    <a:pt x="120" y="2584"/>
                    <a:pt x="120" y="1735"/>
                  </a:cubicBezTo>
                  <a:cubicBezTo>
                    <a:pt x="120" y="888"/>
                    <a:pt x="811" y="197"/>
                    <a:pt x="1661" y="197"/>
                  </a:cubicBezTo>
                  <a:lnTo>
                    <a:pt x="18177" y="120"/>
                  </a:lnTo>
                  <a:close/>
                  <a:moveTo>
                    <a:pt x="18176" y="1"/>
                  </a:moveTo>
                  <a:lnTo>
                    <a:pt x="1660" y="77"/>
                  </a:lnTo>
                  <a:cubicBezTo>
                    <a:pt x="745" y="77"/>
                    <a:pt x="0" y="820"/>
                    <a:pt x="0" y="1738"/>
                  </a:cubicBezTo>
                  <a:cubicBezTo>
                    <a:pt x="0" y="2651"/>
                    <a:pt x="745" y="3397"/>
                    <a:pt x="1661" y="3397"/>
                  </a:cubicBezTo>
                  <a:lnTo>
                    <a:pt x="18177" y="3320"/>
                  </a:lnTo>
                  <a:cubicBezTo>
                    <a:pt x="19092" y="3320"/>
                    <a:pt x="19836" y="2577"/>
                    <a:pt x="19836" y="1661"/>
                  </a:cubicBezTo>
                  <a:cubicBezTo>
                    <a:pt x="19836" y="746"/>
                    <a:pt x="19092" y="1"/>
                    <a:pt x="1817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2" name="Google Shape;1102;p58"/>
            <p:cNvSpPr/>
            <p:nvPr/>
          </p:nvSpPr>
          <p:spPr>
            <a:xfrm>
              <a:off x="3085861" y="3501794"/>
              <a:ext cx="584388" cy="786406"/>
            </a:xfrm>
            <a:custGeom>
              <a:avLst/>
              <a:gdLst/>
              <a:ahLst/>
              <a:cxnLst/>
              <a:rect l="l" t="t" r="r" b="b"/>
              <a:pathLst>
                <a:path w="5328" h="7170" extrusionOk="0">
                  <a:moveTo>
                    <a:pt x="187" y="1"/>
                  </a:moveTo>
                  <a:cubicBezTo>
                    <a:pt x="153" y="1"/>
                    <a:pt x="119" y="11"/>
                    <a:pt x="89" y="32"/>
                  </a:cubicBezTo>
                  <a:cubicBezTo>
                    <a:pt x="31" y="70"/>
                    <a:pt x="0" y="139"/>
                    <a:pt x="13" y="206"/>
                  </a:cubicBezTo>
                  <a:lnTo>
                    <a:pt x="1017" y="6277"/>
                  </a:lnTo>
                  <a:cubicBezTo>
                    <a:pt x="1029" y="6350"/>
                    <a:pt x="1085" y="6407"/>
                    <a:pt x="1158" y="6421"/>
                  </a:cubicBezTo>
                  <a:cubicBezTo>
                    <a:pt x="1168" y="6423"/>
                    <a:pt x="1178" y="6424"/>
                    <a:pt x="1189" y="6424"/>
                  </a:cubicBezTo>
                  <a:cubicBezTo>
                    <a:pt x="1250" y="6424"/>
                    <a:pt x="1309" y="6392"/>
                    <a:pt x="1342" y="6338"/>
                  </a:cubicBezTo>
                  <a:lnTo>
                    <a:pt x="2279" y="4763"/>
                  </a:lnTo>
                  <a:cubicBezTo>
                    <a:pt x="2292" y="4743"/>
                    <a:pt x="2311" y="4731"/>
                    <a:pt x="2335" y="4730"/>
                  </a:cubicBezTo>
                  <a:cubicBezTo>
                    <a:pt x="2336" y="4730"/>
                    <a:pt x="2337" y="4730"/>
                    <a:pt x="2339" y="4730"/>
                  </a:cubicBezTo>
                  <a:cubicBezTo>
                    <a:pt x="2360" y="4730"/>
                    <a:pt x="2381" y="4739"/>
                    <a:pt x="2394" y="4757"/>
                  </a:cubicBezTo>
                  <a:lnTo>
                    <a:pt x="4181" y="7048"/>
                  </a:lnTo>
                  <a:cubicBezTo>
                    <a:pt x="4243" y="7127"/>
                    <a:pt x="4337" y="7170"/>
                    <a:pt x="4431" y="7170"/>
                  </a:cubicBezTo>
                  <a:cubicBezTo>
                    <a:pt x="4492" y="7170"/>
                    <a:pt x="4553" y="7152"/>
                    <a:pt x="4607" y="7116"/>
                  </a:cubicBezTo>
                  <a:lnTo>
                    <a:pt x="5181" y="6726"/>
                  </a:lnTo>
                  <a:cubicBezTo>
                    <a:pt x="5254" y="6676"/>
                    <a:pt x="5302" y="6598"/>
                    <a:pt x="5316" y="6509"/>
                  </a:cubicBezTo>
                  <a:cubicBezTo>
                    <a:pt x="5328" y="6421"/>
                    <a:pt x="5304" y="6332"/>
                    <a:pt x="5248" y="6263"/>
                  </a:cubicBezTo>
                  <a:lnTo>
                    <a:pt x="3330" y="3922"/>
                  </a:lnTo>
                  <a:cubicBezTo>
                    <a:pt x="3315" y="3903"/>
                    <a:pt x="3310" y="3880"/>
                    <a:pt x="3317" y="3857"/>
                  </a:cubicBezTo>
                  <a:cubicBezTo>
                    <a:pt x="3326" y="3834"/>
                    <a:pt x="3344" y="3816"/>
                    <a:pt x="3368" y="3811"/>
                  </a:cubicBezTo>
                  <a:lnTo>
                    <a:pt x="5062" y="3404"/>
                  </a:lnTo>
                  <a:cubicBezTo>
                    <a:pt x="5130" y="3388"/>
                    <a:pt x="5184" y="3333"/>
                    <a:pt x="5194" y="3261"/>
                  </a:cubicBezTo>
                  <a:cubicBezTo>
                    <a:pt x="5206" y="3191"/>
                    <a:pt x="5174" y="3121"/>
                    <a:pt x="5114" y="3083"/>
                  </a:cubicBezTo>
                  <a:lnTo>
                    <a:pt x="280" y="28"/>
                  </a:lnTo>
                  <a:cubicBezTo>
                    <a:pt x="252" y="10"/>
                    <a:pt x="219" y="1"/>
                    <a:pt x="18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3" name="Google Shape;1103;p58"/>
            <p:cNvSpPr/>
            <p:nvPr/>
          </p:nvSpPr>
          <p:spPr>
            <a:xfrm>
              <a:off x="2500696" y="3267622"/>
              <a:ext cx="9871" cy="234935"/>
            </a:xfrm>
            <a:custGeom>
              <a:avLst/>
              <a:gdLst/>
              <a:ahLst/>
              <a:cxnLst/>
              <a:rect l="l" t="t" r="r" b="b"/>
              <a:pathLst>
                <a:path w="90" h="2142" extrusionOk="0">
                  <a:moveTo>
                    <a:pt x="1" y="1"/>
                  </a:moveTo>
                  <a:lnTo>
                    <a:pt x="1" y="2142"/>
                  </a:lnTo>
                  <a:lnTo>
                    <a:pt x="89" y="2142"/>
                  </a:lnTo>
                  <a:lnTo>
                    <a:pt x="8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4" name="Google Shape;1104;p58"/>
            <p:cNvSpPr/>
            <p:nvPr/>
          </p:nvSpPr>
          <p:spPr>
            <a:xfrm>
              <a:off x="3403507" y="3290436"/>
              <a:ext cx="172092" cy="171978"/>
            </a:xfrm>
            <a:custGeom>
              <a:avLst/>
              <a:gdLst/>
              <a:ahLst/>
              <a:cxnLst/>
              <a:rect l="l" t="t" r="r" b="b"/>
              <a:pathLst>
                <a:path w="1569" h="1568" extrusionOk="0">
                  <a:moveTo>
                    <a:pt x="784" y="204"/>
                  </a:moveTo>
                  <a:cubicBezTo>
                    <a:pt x="1105" y="204"/>
                    <a:pt x="1366" y="464"/>
                    <a:pt x="1366" y="785"/>
                  </a:cubicBezTo>
                  <a:cubicBezTo>
                    <a:pt x="1366" y="1106"/>
                    <a:pt x="1105" y="1367"/>
                    <a:pt x="784" y="1367"/>
                  </a:cubicBezTo>
                  <a:cubicBezTo>
                    <a:pt x="463" y="1367"/>
                    <a:pt x="202" y="1106"/>
                    <a:pt x="202" y="785"/>
                  </a:cubicBezTo>
                  <a:cubicBezTo>
                    <a:pt x="202" y="464"/>
                    <a:pt x="463" y="204"/>
                    <a:pt x="784" y="204"/>
                  </a:cubicBezTo>
                  <a:close/>
                  <a:moveTo>
                    <a:pt x="784" y="0"/>
                  </a:moveTo>
                  <a:cubicBezTo>
                    <a:pt x="352" y="0"/>
                    <a:pt x="1" y="351"/>
                    <a:pt x="1" y="784"/>
                  </a:cubicBezTo>
                  <a:cubicBezTo>
                    <a:pt x="1" y="1216"/>
                    <a:pt x="352" y="1568"/>
                    <a:pt x="784" y="1568"/>
                  </a:cubicBezTo>
                  <a:cubicBezTo>
                    <a:pt x="1216" y="1568"/>
                    <a:pt x="1568" y="1216"/>
                    <a:pt x="1568" y="784"/>
                  </a:cubicBezTo>
                  <a:cubicBezTo>
                    <a:pt x="1568" y="351"/>
                    <a:pt x="1216" y="0"/>
                    <a:pt x="78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5" name="Google Shape;1105;p58"/>
            <p:cNvSpPr/>
            <p:nvPr/>
          </p:nvSpPr>
          <p:spPr>
            <a:xfrm>
              <a:off x="3526134" y="3422055"/>
              <a:ext cx="70087" cy="68111"/>
            </a:xfrm>
            <a:custGeom>
              <a:avLst/>
              <a:gdLst/>
              <a:ahLst/>
              <a:cxnLst/>
              <a:rect l="l" t="t" r="r" b="b"/>
              <a:pathLst>
                <a:path w="639" h="621" extrusionOk="0">
                  <a:moveTo>
                    <a:pt x="111" y="1"/>
                  </a:moveTo>
                  <a:cubicBezTo>
                    <a:pt x="85" y="1"/>
                    <a:pt x="59" y="11"/>
                    <a:pt x="40" y="30"/>
                  </a:cubicBezTo>
                  <a:cubicBezTo>
                    <a:pt x="1" y="70"/>
                    <a:pt x="1" y="134"/>
                    <a:pt x="40" y="173"/>
                  </a:cubicBezTo>
                  <a:lnTo>
                    <a:pt x="457" y="590"/>
                  </a:lnTo>
                  <a:cubicBezTo>
                    <a:pt x="475" y="611"/>
                    <a:pt x="502" y="620"/>
                    <a:pt x="527" y="620"/>
                  </a:cubicBezTo>
                  <a:cubicBezTo>
                    <a:pt x="553" y="620"/>
                    <a:pt x="579" y="611"/>
                    <a:pt x="600" y="590"/>
                  </a:cubicBezTo>
                  <a:cubicBezTo>
                    <a:pt x="639" y="551"/>
                    <a:pt x="639" y="488"/>
                    <a:pt x="600" y="447"/>
                  </a:cubicBezTo>
                  <a:lnTo>
                    <a:pt x="183" y="30"/>
                  </a:lnTo>
                  <a:cubicBezTo>
                    <a:pt x="163" y="11"/>
                    <a:pt x="137" y="1"/>
                    <a:pt x="111" y="1"/>
                  </a:cubicBezTo>
                  <a:close/>
                </a:path>
              </a:pathLst>
            </a:custGeom>
            <a:solidFill>
              <a:srgbClr val="394A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8376107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0" name="Google Shape;1110;p59"/>
          <p:cNvSpPr txBox="1">
            <a:spLocks noGrp="1"/>
          </p:cNvSpPr>
          <p:nvPr>
            <p:ph type="title"/>
          </p:nvPr>
        </p:nvSpPr>
        <p:spPr>
          <a:xfrm>
            <a:off x="4308849" y="2422761"/>
            <a:ext cx="4292012" cy="56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Kiến</a:t>
            </a:r>
            <a:r>
              <a:rPr lang="en-US" dirty="0"/>
              <a:t> </a:t>
            </a:r>
            <a:r>
              <a:rPr lang="en-US" dirty="0" err="1"/>
              <a:t>trúc</a:t>
            </a:r>
            <a:r>
              <a:rPr lang="en-US" dirty="0"/>
              <a:t> transformers</a:t>
            </a:r>
          </a:p>
        </p:txBody>
      </p:sp>
      <p:pic>
        <p:nvPicPr>
          <p:cNvPr id="4" name="Hình ảnh 2">
            <a:extLst>
              <a:ext uri="{FF2B5EF4-FFF2-40B4-BE49-F238E27FC236}">
                <a16:creationId xmlns:a16="http://schemas.microsoft.com/office/drawing/2014/main" id="{9C8ACA2D-5F7E-D158-23F2-6DF7C96D22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399" y="1011245"/>
            <a:ext cx="2785577" cy="3387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19089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9E3151-A7F6-E151-5358-227D17611A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Fine tuning </a:t>
            </a:r>
            <a:r>
              <a:rPr lang="en-US" dirty="0" err="1"/>
              <a:t>tinh</a:t>
            </a:r>
            <a:r>
              <a:rPr lang="en-US" dirty="0"/>
              <a:t> </a:t>
            </a:r>
            <a:r>
              <a:rPr lang="en-US" dirty="0" err="1"/>
              <a:t>chỉnh</a:t>
            </a:r>
            <a:r>
              <a:rPr lang="en-US" dirty="0"/>
              <a:t> BERT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B01BDA-4F72-730E-4D2E-FAFA97616C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101912" y="2255277"/>
            <a:ext cx="5265366" cy="1327339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2052" name="Picture 4" descr="Không có mô tả.">
            <a:extLst>
              <a:ext uri="{FF2B5EF4-FFF2-40B4-BE49-F238E27FC236}">
                <a16:creationId xmlns:a16="http://schemas.microsoft.com/office/drawing/2014/main" id="{A3554249-F00C-A69B-104A-A4DC5026B9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1912" y="1658423"/>
            <a:ext cx="6249546" cy="23750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422638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DC750E-39EB-9BBA-7465-7EE0838B4B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Masked LM</a:t>
            </a:r>
          </a:p>
        </p:txBody>
      </p:sp>
      <p:pic>
        <p:nvPicPr>
          <p:cNvPr id="3078" name="Picture 6" descr="Mở ảnh">
            <a:extLst>
              <a:ext uri="{FF2B5EF4-FFF2-40B4-BE49-F238E27FC236}">
                <a16:creationId xmlns:a16="http://schemas.microsoft.com/office/drawing/2014/main" id="{682DFD5C-C83E-C723-A85A-A1B2169233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8032" y="1503803"/>
            <a:ext cx="5567935" cy="26704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526429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14CEAD-6BC6-EC01-A98C-DD92A44B48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Sentence Prediction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B24E30-9A2B-77CC-B7C6-28DDAB5FEB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 dirty="0">
                <a:solidFill>
                  <a:schemeClr val="tx1"/>
                </a:solidFill>
              </a:rPr>
              <a:t>Input: [CLS] người đàn_ông làm [MASK] tại cửa_hàng [SEP] anh_ta rất [MASK] và thân_thiện [SEP]</a:t>
            </a:r>
          </a:p>
          <a:p>
            <a:endParaRPr lang="vi-VN" dirty="0">
              <a:solidFill>
                <a:schemeClr val="tx1"/>
              </a:solidFill>
            </a:endParaRPr>
          </a:p>
          <a:p>
            <a:endParaRPr lang="vi-VN" dirty="0">
              <a:solidFill>
                <a:schemeClr val="tx1"/>
              </a:solidFill>
            </a:endParaRPr>
          </a:p>
          <a:p>
            <a:r>
              <a:rPr lang="vi-VN" dirty="0">
                <a:solidFill>
                  <a:schemeClr val="tx1"/>
                </a:solidFill>
              </a:rPr>
              <a:t>Input: [CLS] người đàn_ông làm [MASK] tại cửa_hàng [SEP] cô_ta đang cầm súng [SEP]</a:t>
            </a:r>
          </a:p>
          <a:p>
            <a:endParaRPr lang="vi-V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45521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0" name="Google Shape;1110;p59"/>
          <p:cNvSpPr txBox="1">
            <a:spLocks noGrp="1"/>
          </p:cNvSpPr>
          <p:nvPr>
            <p:ph type="title"/>
          </p:nvPr>
        </p:nvSpPr>
        <p:spPr>
          <a:xfrm>
            <a:off x="720000" y="969225"/>
            <a:ext cx="7704000" cy="56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loại</a:t>
            </a:r>
            <a:r>
              <a:rPr lang="en-US" dirty="0"/>
              <a:t> </a:t>
            </a:r>
            <a:r>
              <a:rPr lang="en-US" dirty="0" err="1"/>
              <a:t>hình</a:t>
            </a:r>
            <a:r>
              <a:rPr lang="en-US" dirty="0"/>
              <a:t> </a:t>
            </a:r>
            <a:r>
              <a:rPr lang="en-US" dirty="0" err="1"/>
              <a:t>ảnh</a:t>
            </a:r>
            <a:endParaRPr dirty="0"/>
          </a:p>
        </p:txBody>
      </p:sp>
      <p:sp>
        <p:nvSpPr>
          <p:cNvPr id="1111" name="Google Shape;1111;p59"/>
          <p:cNvSpPr txBox="1">
            <a:spLocks noGrp="1"/>
          </p:cNvSpPr>
          <p:nvPr>
            <p:ph type="body" idx="1"/>
          </p:nvPr>
        </p:nvSpPr>
        <p:spPr>
          <a:xfrm>
            <a:off x="720000" y="1533525"/>
            <a:ext cx="7704000" cy="232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>
                <a:solidFill>
                  <a:schemeClr val="dk1"/>
                </a:solidFill>
              </a:rPr>
              <a:t>Là</a:t>
            </a:r>
            <a:r>
              <a:rPr lang="en-US" dirty="0">
                <a:solidFill>
                  <a:schemeClr val="dk1"/>
                </a:solidFill>
              </a:rPr>
              <a:t> </a:t>
            </a:r>
            <a:r>
              <a:rPr lang="en-US" dirty="0" err="1">
                <a:solidFill>
                  <a:schemeClr val="dk1"/>
                </a:solidFill>
              </a:rPr>
              <a:t>một</a:t>
            </a:r>
            <a:r>
              <a:rPr lang="en-US" dirty="0">
                <a:solidFill>
                  <a:schemeClr val="dk1"/>
                </a:solidFill>
              </a:rPr>
              <a:t> </a:t>
            </a:r>
            <a:r>
              <a:rPr lang="en-US" dirty="0" err="1">
                <a:solidFill>
                  <a:schemeClr val="dk1"/>
                </a:solidFill>
              </a:rPr>
              <a:t>trong</a:t>
            </a:r>
            <a:r>
              <a:rPr lang="en-US" dirty="0">
                <a:solidFill>
                  <a:schemeClr val="dk1"/>
                </a:solidFill>
              </a:rPr>
              <a:t> </a:t>
            </a:r>
            <a:r>
              <a:rPr lang="en-US" dirty="0" err="1">
                <a:solidFill>
                  <a:schemeClr val="dk1"/>
                </a:solidFill>
              </a:rPr>
              <a:t>những</a:t>
            </a:r>
            <a:r>
              <a:rPr lang="en-US" dirty="0">
                <a:solidFill>
                  <a:schemeClr val="dk1"/>
                </a:solidFill>
              </a:rPr>
              <a:t> </a:t>
            </a:r>
            <a:r>
              <a:rPr lang="en-US" dirty="0" err="1">
                <a:solidFill>
                  <a:schemeClr val="dk1"/>
                </a:solidFill>
              </a:rPr>
              <a:t>tác</a:t>
            </a:r>
            <a:r>
              <a:rPr lang="en-US" dirty="0">
                <a:solidFill>
                  <a:schemeClr val="dk1"/>
                </a:solidFill>
              </a:rPr>
              <a:t> </a:t>
            </a:r>
            <a:r>
              <a:rPr lang="en-US" dirty="0" err="1">
                <a:solidFill>
                  <a:schemeClr val="dk1"/>
                </a:solidFill>
              </a:rPr>
              <a:t>vụ</a:t>
            </a:r>
            <a:r>
              <a:rPr lang="en-US" dirty="0">
                <a:solidFill>
                  <a:schemeClr val="dk1"/>
                </a:solidFill>
              </a:rPr>
              <a:t> </a:t>
            </a:r>
            <a:r>
              <a:rPr lang="en-US" dirty="0" err="1">
                <a:solidFill>
                  <a:schemeClr val="dk1"/>
                </a:solidFill>
              </a:rPr>
              <a:t>của</a:t>
            </a:r>
            <a:r>
              <a:rPr lang="en-US" dirty="0">
                <a:solidFill>
                  <a:schemeClr val="dk1"/>
                </a:solidFill>
              </a:rPr>
              <a:t> </a:t>
            </a:r>
            <a:r>
              <a:rPr lang="en-US" dirty="0" err="1">
                <a:solidFill>
                  <a:schemeClr val="dk1"/>
                </a:solidFill>
              </a:rPr>
              <a:t>thị</a:t>
            </a:r>
            <a:r>
              <a:rPr lang="en-US" dirty="0">
                <a:solidFill>
                  <a:schemeClr val="dk1"/>
                </a:solidFill>
              </a:rPr>
              <a:t> </a:t>
            </a:r>
            <a:r>
              <a:rPr lang="en-US" dirty="0" err="1">
                <a:solidFill>
                  <a:schemeClr val="dk1"/>
                </a:solidFill>
              </a:rPr>
              <a:t>giác</a:t>
            </a:r>
            <a:r>
              <a:rPr lang="en-US" dirty="0">
                <a:solidFill>
                  <a:schemeClr val="dk1"/>
                </a:solidFill>
              </a:rPr>
              <a:t> </a:t>
            </a:r>
            <a:r>
              <a:rPr lang="en-US" dirty="0" err="1">
                <a:solidFill>
                  <a:schemeClr val="dk1"/>
                </a:solidFill>
              </a:rPr>
              <a:t>máy</a:t>
            </a:r>
            <a:r>
              <a:rPr lang="en-US" dirty="0">
                <a:solidFill>
                  <a:schemeClr val="dk1"/>
                </a:solidFill>
              </a:rPr>
              <a:t> </a:t>
            </a:r>
            <a:r>
              <a:rPr lang="en-US" dirty="0" err="1">
                <a:solidFill>
                  <a:schemeClr val="dk1"/>
                </a:solidFill>
              </a:rPr>
              <a:t>tính</a:t>
            </a:r>
            <a:r>
              <a:rPr lang="en-US" dirty="0">
                <a:solidFill>
                  <a:schemeClr val="dk1"/>
                </a:solidFill>
              </a:rPr>
              <a:t>, ở </a:t>
            </a:r>
            <a:r>
              <a:rPr lang="en-US" dirty="0" err="1">
                <a:solidFill>
                  <a:schemeClr val="dk1"/>
                </a:solidFill>
              </a:rPr>
              <a:t>đó</a:t>
            </a:r>
            <a:r>
              <a:rPr lang="en-US" dirty="0">
                <a:solidFill>
                  <a:schemeClr val="dk1"/>
                </a:solidFill>
              </a:rPr>
              <a:t> </a:t>
            </a:r>
            <a:r>
              <a:rPr lang="en-US" dirty="0" err="1">
                <a:solidFill>
                  <a:schemeClr val="dk1"/>
                </a:solidFill>
              </a:rPr>
              <a:t>thuật</a:t>
            </a:r>
            <a:r>
              <a:rPr lang="en-US" dirty="0">
                <a:solidFill>
                  <a:schemeClr val="dk1"/>
                </a:solidFill>
              </a:rPr>
              <a:t> </a:t>
            </a:r>
            <a:r>
              <a:rPr lang="en-US" dirty="0" err="1">
                <a:solidFill>
                  <a:schemeClr val="dk1"/>
                </a:solidFill>
              </a:rPr>
              <a:t>toán</a:t>
            </a:r>
            <a:r>
              <a:rPr lang="en-US" dirty="0">
                <a:solidFill>
                  <a:schemeClr val="dk1"/>
                </a:solidFill>
              </a:rPr>
              <a:t> </a:t>
            </a:r>
            <a:r>
              <a:rPr lang="en-US" dirty="0" err="1">
                <a:solidFill>
                  <a:schemeClr val="dk1"/>
                </a:solidFill>
              </a:rPr>
              <a:t>xem</a:t>
            </a:r>
            <a:r>
              <a:rPr lang="en-US" dirty="0">
                <a:solidFill>
                  <a:schemeClr val="dk1"/>
                </a:solidFill>
              </a:rPr>
              <a:t> </a:t>
            </a:r>
            <a:r>
              <a:rPr lang="en-US" dirty="0" err="1">
                <a:solidFill>
                  <a:schemeClr val="dk1"/>
                </a:solidFill>
              </a:rPr>
              <a:t>xét</a:t>
            </a:r>
            <a:r>
              <a:rPr lang="en-US" dirty="0">
                <a:solidFill>
                  <a:schemeClr val="dk1"/>
                </a:solidFill>
              </a:rPr>
              <a:t> </a:t>
            </a:r>
            <a:r>
              <a:rPr lang="en-US" dirty="0" err="1">
                <a:solidFill>
                  <a:schemeClr val="dk1"/>
                </a:solidFill>
              </a:rPr>
              <a:t>và</a:t>
            </a:r>
            <a:r>
              <a:rPr lang="en-US" dirty="0">
                <a:solidFill>
                  <a:schemeClr val="dk1"/>
                </a:solidFill>
              </a:rPr>
              <a:t> </a:t>
            </a:r>
            <a:r>
              <a:rPr lang="en-US" dirty="0" err="1">
                <a:solidFill>
                  <a:schemeClr val="dk1"/>
                </a:solidFill>
              </a:rPr>
              <a:t>dán</a:t>
            </a:r>
            <a:r>
              <a:rPr lang="en-US" dirty="0">
                <a:solidFill>
                  <a:schemeClr val="dk1"/>
                </a:solidFill>
              </a:rPr>
              <a:t> </a:t>
            </a:r>
            <a:r>
              <a:rPr lang="en-US" dirty="0" err="1">
                <a:solidFill>
                  <a:schemeClr val="dk1"/>
                </a:solidFill>
              </a:rPr>
              <a:t>nhãn</a:t>
            </a:r>
            <a:r>
              <a:rPr lang="en-US" dirty="0">
                <a:solidFill>
                  <a:schemeClr val="dk1"/>
                </a:solidFill>
              </a:rPr>
              <a:t> </a:t>
            </a:r>
            <a:r>
              <a:rPr lang="en-US" dirty="0" err="1">
                <a:solidFill>
                  <a:schemeClr val="dk1"/>
                </a:solidFill>
              </a:rPr>
              <a:t>cho</a:t>
            </a:r>
            <a:r>
              <a:rPr lang="en-US" dirty="0">
                <a:solidFill>
                  <a:schemeClr val="dk1"/>
                </a:solidFill>
              </a:rPr>
              <a:t> </a:t>
            </a:r>
            <a:r>
              <a:rPr lang="en-US" dirty="0" err="1">
                <a:solidFill>
                  <a:schemeClr val="dk1"/>
                </a:solidFill>
              </a:rPr>
              <a:t>hình</a:t>
            </a:r>
            <a:r>
              <a:rPr lang="en-US" dirty="0">
                <a:solidFill>
                  <a:schemeClr val="dk1"/>
                </a:solidFill>
              </a:rPr>
              <a:t> </a:t>
            </a:r>
            <a:r>
              <a:rPr lang="en-US" dirty="0" err="1">
                <a:solidFill>
                  <a:schemeClr val="dk1"/>
                </a:solidFill>
              </a:rPr>
              <a:t>ảnh</a:t>
            </a:r>
            <a:endParaRPr lang="en-US" dirty="0">
              <a:solidFill>
                <a:schemeClr val="dk1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48BEBDB-3773-87B1-BE54-DEB14649D9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0377" y="2112316"/>
            <a:ext cx="1686071" cy="22537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BA9A34EA-9702-8155-56D2-BB1321452739}"/>
              </a:ext>
            </a:extLst>
          </p:cNvPr>
          <p:cNvCxnSpPr/>
          <p:nvPr/>
        </p:nvCxnSpPr>
        <p:spPr>
          <a:xfrm>
            <a:off x="3474720" y="3133742"/>
            <a:ext cx="2194560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Google Shape;1110;p59">
            <a:extLst>
              <a:ext uri="{FF2B5EF4-FFF2-40B4-BE49-F238E27FC236}">
                <a16:creationId xmlns:a16="http://schemas.microsoft.com/office/drawing/2014/main" id="{3C3868EE-32FA-1621-F323-2BB84725753C}"/>
              </a:ext>
            </a:extLst>
          </p:cNvPr>
          <p:cNvSpPr txBox="1">
            <a:spLocks/>
          </p:cNvSpPr>
          <p:nvPr/>
        </p:nvSpPr>
        <p:spPr>
          <a:xfrm>
            <a:off x="6063167" y="2851592"/>
            <a:ext cx="1148905" cy="5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Epilogue"/>
              <a:buNone/>
              <a:defRPr sz="28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Epilogue"/>
              <a:buNone/>
              <a:defRPr sz="28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Epilogue"/>
              <a:buNone/>
              <a:defRPr sz="28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Epilogue"/>
              <a:buNone/>
              <a:defRPr sz="28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Epilogue"/>
              <a:buNone/>
              <a:defRPr sz="28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Epilogue"/>
              <a:buNone/>
              <a:defRPr sz="28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Epilogue"/>
              <a:buNone/>
              <a:defRPr sz="28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Epilogue"/>
              <a:buNone/>
              <a:defRPr sz="28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Epilogue"/>
              <a:buNone/>
              <a:defRPr sz="28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9pPr>
          </a:lstStyle>
          <a:p>
            <a:r>
              <a:rPr lang="en-US" dirty="0" err="1"/>
              <a:t>Mèo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48901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9" name="Google Shape;1089;p58"/>
          <p:cNvSpPr txBox="1">
            <a:spLocks noGrp="1"/>
          </p:cNvSpPr>
          <p:nvPr>
            <p:ph type="title"/>
          </p:nvPr>
        </p:nvSpPr>
        <p:spPr>
          <a:xfrm>
            <a:off x="720000" y="969225"/>
            <a:ext cx="7704000" cy="56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8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Thứ</a:t>
            </a:r>
            <a:r>
              <a:rPr lang="en-US" sz="2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8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máy</a:t>
            </a:r>
            <a:r>
              <a:rPr lang="en-US" sz="2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8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tính</a:t>
            </a:r>
            <a:r>
              <a:rPr lang="en-US" sz="2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8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thấy</a:t>
            </a:r>
            <a:endParaRPr lang="en-US" sz="28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090" name="Google Shape;1090;p58"/>
          <p:cNvSpPr txBox="1">
            <a:spLocks noGrp="1"/>
          </p:cNvSpPr>
          <p:nvPr>
            <p:ph type="body" idx="1"/>
          </p:nvPr>
        </p:nvSpPr>
        <p:spPr>
          <a:xfrm>
            <a:off x="720000" y="1533525"/>
            <a:ext cx="7704000" cy="145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</a:endParaRPr>
          </a:p>
        </p:txBody>
      </p:sp>
      <p:grpSp>
        <p:nvGrpSpPr>
          <p:cNvPr id="1099" name="Google Shape;1099;p58"/>
          <p:cNvGrpSpPr/>
          <p:nvPr/>
        </p:nvGrpSpPr>
        <p:grpSpPr>
          <a:xfrm>
            <a:off x="1540300" y="3246293"/>
            <a:ext cx="2175772" cy="1085619"/>
            <a:chOff x="1540300" y="3202580"/>
            <a:chExt cx="2175772" cy="1085619"/>
          </a:xfrm>
        </p:grpSpPr>
        <p:sp>
          <p:nvSpPr>
            <p:cNvPr id="1100" name="Google Shape;1100;p58"/>
            <p:cNvSpPr/>
            <p:nvPr/>
          </p:nvSpPr>
          <p:spPr>
            <a:xfrm>
              <a:off x="1546991" y="3209161"/>
              <a:ext cx="2162500" cy="359531"/>
            </a:xfrm>
            <a:custGeom>
              <a:avLst/>
              <a:gdLst/>
              <a:ahLst/>
              <a:cxnLst/>
              <a:rect l="l" t="t" r="r" b="b"/>
              <a:pathLst>
                <a:path w="19716" h="3278" extrusionOk="0">
                  <a:moveTo>
                    <a:pt x="18116" y="1"/>
                  </a:moveTo>
                  <a:lnTo>
                    <a:pt x="1600" y="77"/>
                  </a:lnTo>
                  <a:cubicBezTo>
                    <a:pt x="717" y="77"/>
                    <a:pt x="0" y="793"/>
                    <a:pt x="0" y="1678"/>
                  </a:cubicBezTo>
                  <a:cubicBezTo>
                    <a:pt x="0" y="2560"/>
                    <a:pt x="716" y="3277"/>
                    <a:pt x="1600" y="3277"/>
                  </a:cubicBezTo>
                  <a:lnTo>
                    <a:pt x="18116" y="3200"/>
                  </a:lnTo>
                  <a:cubicBezTo>
                    <a:pt x="19000" y="3200"/>
                    <a:pt x="19715" y="2483"/>
                    <a:pt x="19715" y="1601"/>
                  </a:cubicBezTo>
                  <a:cubicBezTo>
                    <a:pt x="19715" y="718"/>
                    <a:pt x="19000" y="1"/>
                    <a:pt x="1811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1" name="Google Shape;1101;p58"/>
            <p:cNvSpPr/>
            <p:nvPr/>
          </p:nvSpPr>
          <p:spPr>
            <a:xfrm>
              <a:off x="1540300" y="3202580"/>
              <a:ext cx="2175772" cy="372693"/>
            </a:xfrm>
            <a:custGeom>
              <a:avLst/>
              <a:gdLst/>
              <a:ahLst/>
              <a:cxnLst/>
              <a:rect l="l" t="t" r="r" b="b"/>
              <a:pathLst>
                <a:path w="19837" h="3398" extrusionOk="0">
                  <a:moveTo>
                    <a:pt x="18177" y="120"/>
                  </a:moveTo>
                  <a:cubicBezTo>
                    <a:pt x="19025" y="120"/>
                    <a:pt x="19714" y="810"/>
                    <a:pt x="19714" y="1659"/>
                  </a:cubicBezTo>
                  <a:cubicBezTo>
                    <a:pt x="19714" y="2509"/>
                    <a:pt x="19024" y="3199"/>
                    <a:pt x="18176" y="3199"/>
                  </a:cubicBezTo>
                  <a:lnTo>
                    <a:pt x="1660" y="3275"/>
                  </a:lnTo>
                  <a:cubicBezTo>
                    <a:pt x="810" y="3275"/>
                    <a:pt x="120" y="2584"/>
                    <a:pt x="120" y="1735"/>
                  </a:cubicBezTo>
                  <a:cubicBezTo>
                    <a:pt x="120" y="888"/>
                    <a:pt x="811" y="197"/>
                    <a:pt x="1661" y="197"/>
                  </a:cubicBezTo>
                  <a:lnTo>
                    <a:pt x="18177" y="120"/>
                  </a:lnTo>
                  <a:close/>
                  <a:moveTo>
                    <a:pt x="18176" y="1"/>
                  </a:moveTo>
                  <a:lnTo>
                    <a:pt x="1660" y="77"/>
                  </a:lnTo>
                  <a:cubicBezTo>
                    <a:pt x="745" y="77"/>
                    <a:pt x="0" y="820"/>
                    <a:pt x="0" y="1738"/>
                  </a:cubicBezTo>
                  <a:cubicBezTo>
                    <a:pt x="0" y="2651"/>
                    <a:pt x="745" y="3397"/>
                    <a:pt x="1661" y="3397"/>
                  </a:cubicBezTo>
                  <a:lnTo>
                    <a:pt x="18177" y="3320"/>
                  </a:lnTo>
                  <a:cubicBezTo>
                    <a:pt x="19092" y="3320"/>
                    <a:pt x="19836" y="2577"/>
                    <a:pt x="19836" y="1661"/>
                  </a:cubicBezTo>
                  <a:cubicBezTo>
                    <a:pt x="19836" y="746"/>
                    <a:pt x="19092" y="1"/>
                    <a:pt x="1817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2" name="Google Shape;1102;p58"/>
            <p:cNvSpPr/>
            <p:nvPr/>
          </p:nvSpPr>
          <p:spPr>
            <a:xfrm>
              <a:off x="3085861" y="3501794"/>
              <a:ext cx="584388" cy="786406"/>
            </a:xfrm>
            <a:custGeom>
              <a:avLst/>
              <a:gdLst/>
              <a:ahLst/>
              <a:cxnLst/>
              <a:rect l="l" t="t" r="r" b="b"/>
              <a:pathLst>
                <a:path w="5328" h="7170" extrusionOk="0">
                  <a:moveTo>
                    <a:pt x="187" y="1"/>
                  </a:moveTo>
                  <a:cubicBezTo>
                    <a:pt x="153" y="1"/>
                    <a:pt x="119" y="11"/>
                    <a:pt x="89" y="32"/>
                  </a:cubicBezTo>
                  <a:cubicBezTo>
                    <a:pt x="31" y="70"/>
                    <a:pt x="0" y="139"/>
                    <a:pt x="13" y="206"/>
                  </a:cubicBezTo>
                  <a:lnTo>
                    <a:pt x="1017" y="6277"/>
                  </a:lnTo>
                  <a:cubicBezTo>
                    <a:pt x="1029" y="6350"/>
                    <a:pt x="1085" y="6407"/>
                    <a:pt x="1158" y="6421"/>
                  </a:cubicBezTo>
                  <a:cubicBezTo>
                    <a:pt x="1168" y="6423"/>
                    <a:pt x="1178" y="6424"/>
                    <a:pt x="1189" y="6424"/>
                  </a:cubicBezTo>
                  <a:cubicBezTo>
                    <a:pt x="1250" y="6424"/>
                    <a:pt x="1309" y="6392"/>
                    <a:pt x="1342" y="6338"/>
                  </a:cubicBezTo>
                  <a:lnTo>
                    <a:pt x="2279" y="4763"/>
                  </a:lnTo>
                  <a:cubicBezTo>
                    <a:pt x="2292" y="4743"/>
                    <a:pt x="2311" y="4731"/>
                    <a:pt x="2335" y="4730"/>
                  </a:cubicBezTo>
                  <a:cubicBezTo>
                    <a:pt x="2336" y="4730"/>
                    <a:pt x="2337" y="4730"/>
                    <a:pt x="2339" y="4730"/>
                  </a:cubicBezTo>
                  <a:cubicBezTo>
                    <a:pt x="2360" y="4730"/>
                    <a:pt x="2381" y="4739"/>
                    <a:pt x="2394" y="4757"/>
                  </a:cubicBezTo>
                  <a:lnTo>
                    <a:pt x="4181" y="7048"/>
                  </a:lnTo>
                  <a:cubicBezTo>
                    <a:pt x="4243" y="7127"/>
                    <a:pt x="4337" y="7170"/>
                    <a:pt x="4431" y="7170"/>
                  </a:cubicBezTo>
                  <a:cubicBezTo>
                    <a:pt x="4492" y="7170"/>
                    <a:pt x="4553" y="7152"/>
                    <a:pt x="4607" y="7116"/>
                  </a:cubicBezTo>
                  <a:lnTo>
                    <a:pt x="5181" y="6726"/>
                  </a:lnTo>
                  <a:cubicBezTo>
                    <a:pt x="5254" y="6676"/>
                    <a:pt x="5302" y="6598"/>
                    <a:pt x="5316" y="6509"/>
                  </a:cubicBezTo>
                  <a:cubicBezTo>
                    <a:pt x="5328" y="6421"/>
                    <a:pt x="5304" y="6332"/>
                    <a:pt x="5248" y="6263"/>
                  </a:cubicBezTo>
                  <a:lnTo>
                    <a:pt x="3330" y="3922"/>
                  </a:lnTo>
                  <a:cubicBezTo>
                    <a:pt x="3315" y="3903"/>
                    <a:pt x="3310" y="3880"/>
                    <a:pt x="3317" y="3857"/>
                  </a:cubicBezTo>
                  <a:cubicBezTo>
                    <a:pt x="3326" y="3834"/>
                    <a:pt x="3344" y="3816"/>
                    <a:pt x="3368" y="3811"/>
                  </a:cubicBezTo>
                  <a:lnTo>
                    <a:pt x="5062" y="3404"/>
                  </a:lnTo>
                  <a:cubicBezTo>
                    <a:pt x="5130" y="3388"/>
                    <a:pt x="5184" y="3333"/>
                    <a:pt x="5194" y="3261"/>
                  </a:cubicBezTo>
                  <a:cubicBezTo>
                    <a:pt x="5206" y="3191"/>
                    <a:pt x="5174" y="3121"/>
                    <a:pt x="5114" y="3083"/>
                  </a:cubicBezTo>
                  <a:lnTo>
                    <a:pt x="280" y="28"/>
                  </a:lnTo>
                  <a:cubicBezTo>
                    <a:pt x="252" y="10"/>
                    <a:pt x="219" y="1"/>
                    <a:pt x="18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3" name="Google Shape;1103;p58"/>
            <p:cNvSpPr/>
            <p:nvPr/>
          </p:nvSpPr>
          <p:spPr>
            <a:xfrm>
              <a:off x="2500696" y="3267622"/>
              <a:ext cx="9871" cy="234935"/>
            </a:xfrm>
            <a:custGeom>
              <a:avLst/>
              <a:gdLst/>
              <a:ahLst/>
              <a:cxnLst/>
              <a:rect l="l" t="t" r="r" b="b"/>
              <a:pathLst>
                <a:path w="90" h="2142" extrusionOk="0">
                  <a:moveTo>
                    <a:pt x="1" y="1"/>
                  </a:moveTo>
                  <a:lnTo>
                    <a:pt x="1" y="2142"/>
                  </a:lnTo>
                  <a:lnTo>
                    <a:pt x="89" y="2142"/>
                  </a:lnTo>
                  <a:lnTo>
                    <a:pt x="8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4" name="Google Shape;1104;p58"/>
            <p:cNvSpPr/>
            <p:nvPr/>
          </p:nvSpPr>
          <p:spPr>
            <a:xfrm>
              <a:off x="3403507" y="3290436"/>
              <a:ext cx="172092" cy="171978"/>
            </a:xfrm>
            <a:custGeom>
              <a:avLst/>
              <a:gdLst/>
              <a:ahLst/>
              <a:cxnLst/>
              <a:rect l="l" t="t" r="r" b="b"/>
              <a:pathLst>
                <a:path w="1569" h="1568" extrusionOk="0">
                  <a:moveTo>
                    <a:pt x="784" y="204"/>
                  </a:moveTo>
                  <a:cubicBezTo>
                    <a:pt x="1105" y="204"/>
                    <a:pt x="1366" y="464"/>
                    <a:pt x="1366" y="785"/>
                  </a:cubicBezTo>
                  <a:cubicBezTo>
                    <a:pt x="1366" y="1106"/>
                    <a:pt x="1105" y="1367"/>
                    <a:pt x="784" y="1367"/>
                  </a:cubicBezTo>
                  <a:cubicBezTo>
                    <a:pt x="463" y="1367"/>
                    <a:pt x="202" y="1106"/>
                    <a:pt x="202" y="785"/>
                  </a:cubicBezTo>
                  <a:cubicBezTo>
                    <a:pt x="202" y="464"/>
                    <a:pt x="463" y="204"/>
                    <a:pt x="784" y="204"/>
                  </a:cubicBezTo>
                  <a:close/>
                  <a:moveTo>
                    <a:pt x="784" y="0"/>
                  </a:moveTo>
                  <a:cubicBezTo>
                    <a:pt x="352" y="0"/>
                    <a:pt x="1" y="351"/>
                    <a:pt x="1" y="784"/>
                  </a:cubicBezTo>
                  <a:cubicBezTo>
                    <a:pt x="1" y="1216"/>
                    <a:pt x="352" y="1568"/>
                    <a:pt x="784" y="1568"/>
                  </a:cubicBezTo>
                  <a:cubicBezTo>
                    <a:pt x="1216" y="1568"/>
                    <a:pt x="1568" y="1216"/>
                    <a:pt x="1568" y="784"/>
                  </a:cubicBezTo>
                  <a:cubicBezTo>
                    <a:pt x="1568" y="351"/>
                    <a:pt x="1216" y="0"/>
                    <a:pt x="78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5" name="Google Shape;1105;p58"/>
            <p:cNvSpPr/>
            <p:nvPr/>
          </p:nvSpPr>
          <p:spPr>
            <a:xfrm>
              <a:off x="3526134" y="3422055"/>
              <a:ext cx="70087" cy="68111"/>
            </a:xfrm>
            <a:custGeom>
              <a:avLst/>
              <a:gdLst/>
              <a:ahLst/>
              <a:cxnLst/>
              <a:rect l="l" t="t" r="r" b="b"/>
              <a:pathLst>
                <a:path w="639" h="621" extrusionOk="0">
                  <a:moveTo>
                    <a:pt x="111" y="1"/>
                  </a:moveTo>
                  <a:cubicBezTo>
                    <a:pt x="85" y="1"/>
                    <a:pt x="59" y="11"/>
                    <a:pt x="40" y="30"/>
                  </a:cubicBezTo>
                  <a:cubicBezTo>
                    <a:pt x="1" y="70"/>
                    <a:pt x="1" y="134"/>
                    <a:pt x="40" y="173"/>
                  </a:cubicBezTo>
                  <a:lnTo>
                    <a:pt x="457" y="590"/>
                  </a:lnTo>
                  <a:cubicBezTo>
                    <a:pt x="475" y="611"/>
                    <a:pt x="502" y="620"/>
                    <a:pt x="527" y="620"/>
                  </a:cubicBezTo>
                  <a:cubicBezTo>
                    <a:pt x="553" y="620"/>
                    <a:pt x="579" y="611"/>
                    <a:pt x="600" y="590"/>
                  </a:cubicBezTo>
                  <a:cubicBezTo>
                    <a:pt x="639" y="551"/>
                    <a:pt x="639" y="488"/>
                    <a:pt x="600" y="447"/>
                  </a:cubicBezTo>
                  <a:lnTo>
                    <a:pt x="183" y="30"/>
                  </a:lnTo>
                  <a:cubicBezTo>
                    <a:pt x="163" y="11"/>
                    <a:pt x="137" y="1"/>
                    <a:pt x="111" y="1"/>
                  </a:cubicBezTo>
                  <a:close/>
                </a:path>
              </a:pathLst>
            </a:custGeom>
            <a:solidFill>
              <a:srgbClr val="394A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" name="Picture 4" descr="2: A three-dimensional RGB matrix. Each layer of the matrix is a two-... |  Download Scientific Diagram">
            <a:extLst>
              <a:ext uri="{FF2B5EF4-FFF2-40B4-BE49-F238E27FC236}">
                <a16:creationId xmlns:a16="http://schemas.microsoft.com/office/drawing/2014/main" id="{2A9762F2-802F-EC81-BB48-3D7C19B0EF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284785" y="1695848"/>
            <a:ext cx="3516151" cy="28422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381333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0" name="Google Shape;1110;p59"/>
          <p:cNvSpPr txBox="1">
            <a:spLocks noGrp="1"/>
          </p:cNvSpPr>
          <p:nvPr>
            <p:ph type="title"/>
          </p:nvPr>
        </p:nvSpPr>
        <p:spPr>
          <a:xfrm>
            <a:off x="720000" y="969225"/>
            <a:ext cx="7704000" cy="56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Những</a:t>
            </a:r>
            <a:r>
              <a:rPr lang="en-US" sz="2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8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thách</a:t>
            </a:r>
            <a:r>
              <a:rPr lang="en-US" sz="2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8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thức</a:t>
            </a:r>
            <a:endParaRPr dirty="0"/>
          </a:p>
        </p:txBody>
      </p:sp>
      <p:sp>
        <p:nvSpPr>
          <p:cNvPr id="1111" name="Google Shape;1111;p59"/>
          <p:cNvSpPr txBox="1">
            <a:spLocks noGrp="1"/>
          </p:cNvSpPr>
          <p:nvPr>
            <p:ph type="body" idx="1"/>
          </p:nvPr>
        </p:nvSpPr>
        <p:spPr>
          <a:xfrm>
            <a:off x="720000" y="1533525"/>
            <a:ext cx="7704000" cy="232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solidFill>
                <a:schemeClr val="dk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553AFBE-43D0-CE22-1436-8AD10C616A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1171" y="1592118"/>
            <a:ext cx="5301658" cy="2265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66622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1" name="Google Shape;1011;p53"/>
          <p:cNvSpPr/>
          <p:nvPr/>
        </p:nvSpPr>
        <p:spPr>
          <a:xfrm>
            <a:off x="1532950" y="1367538"/>
            <a:ext cx="2710200" cy="2978100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3" name="Google Shape;1013;p53"/>
          <p:cNvSpPr txBox="1">
            <a:spLocks noGrp="1"/>
          </p:cNvSpPr>
          <p:nvPr>
            <p:ph type="title"/>
          </p:nvPr>
        </p:nvSpPr>
        <p:spPr>
          <a:xfrm>
            <a:off x="4572000" y="1430375"/>
            <a:ext cx="3447000" cy="146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Các</a:t>
            </a:r>
            <a:r>
              <a:rPr lang="en-US" sz="2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800" dirty="0" err="1"/>
              <a:t>phương</a:t>
            </a:r>
            <a:r>
              <a:rPr lang="en-US" sz="2800" dirty="0"/>
              <a:t> </a:t>
            </a:r>
            <a:r>
              <a:rPr lang="en-US" sz="2800" dirty="0" err="1"/>
              <a:t>pháp</a:t>
            </a:r>
            <a:r>
              <a:rPr lang="en-US" sz="2800" dirty="0"/>
              <a:t> </a:t>
            </a:r>
            <a:r>
              <a:rPr lang="en-US" sz="28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phân</a:t>
            </a:r>
            <a:r>
              <a:rPr lang="en-US" sz="2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8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loại</a:t>
            </a:r>
            <a:r>
              <a:rPr lang="en-US" sz="2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8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ảnh</a:t>
            </a:r>
            <a:endParaRPr dirty="0">
              <a:solidFill>
                <a:schemeClr val="lt1"/>
              </a:solidFill>
            </a:endParaRPr>
          </a:p>
        </p:txBody>
      </p:sp>
      <p:graphicFrame>
        <p:nvGraphicFramePr>
          <p:cNvPr id="4" name="TextBox 3">
            <a:extLst>
              <a:ext uri="{FF2B5EF4-FFF2-40B4-BE49-F238E27FC236}">
                <a16:creationId xmlns:a16="http://schemas.microsoft.com/office/drawing/2014/main" id="{37EC66A8-02F3-E399-376E-CAF0C6B047E8}"/>
              </a:ext>
            </a:extLst>
          </p:cNvPr>
          <p:cNvGraphicFramePr>
            <a:graphicFrameLocks noGrp="1"/>
          </p:cNvGraphicFramePr>
          <p:nvPr>
            <p:ph type="pic" idx="2"/>
            <p:extLst>
              <p:ext uri="{D42A27DB-BD31-4B8C-83A1-F6EECF244321}">
                <p14:modId xmlns:p14="http://schemas.microsoft.com/office/powerpoint/2010/main" val="941448740"/>
              </p:ext>
            </p:extLst>
          </p:nvPr>
        </p:nvGraphicFramePr>
        <p:xfrm>
          <a:off x="1373188" y="1192213"/>
          <a:ext cx="2709862" cy="30273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Subtitle 5">
            <a:extLst>
              <a:ext uri="{FF2B5EF4-FFF2-40B4-BE49-F238E27FC236}">
                <a16:creationId xmlns:a16="http://schemas.microsoft.com/office/drawing/2014/main" id="{BFCC9096-C539-F915-6118-7E5F156ED98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54307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180C5824-A424-B0A0-2EA5-A7370F07B83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F9C33CC-48FD-CD5E-A405-E04295743B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 err="1"/>
              <a:t>Các</a:t>
            </a:r>
            <a:r>
              <a:rPr lang="en-US" sz="2800" dirty="0"/>
              <a:t> </a:t>
            </a:r>
            <a:r>
              <a:rPr lang="en-US" sz="2800" dirty="0" err="1"/>
              <a:t>hướng</a:t>
            </a:r>
            <a:r>
              <a:rPr lang="en-US" sz="2800" dirty="0"/>
              <a:t> </a:t>
            </a:r>
            <a:r>
              <a:rPr lang="en-US" sz="2800" dirty="0" err="1"/>
              <a:t>tiếp</a:t>
            </a:r>
            <a:r>
              <a:rPr lang="en-US" sz="2800" dirty="0"/>
              <a:t> </a:t>
            </a:r>
            <a:r>
              <a:rPr lang="en-US" sz="2800" dirty="0" err="1"/>
              <a:t>cận</a:t>
            </a:r>
            <a:endParaRPr lang="en-US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638160A-21CB-BEEA-4B71-96F1FBFFAA69}"/>
              </a:ext>
            </a:extLst>
          </p:cNvPr>
          <p:cNvGraphicFramePr>
            <a:graphicFrameLocks noGrp="1"/>
          </p:cNvGraphicFramePr>
          <p:nvPr>
            <p:ph type="pic" idx="2"/>
            <p:extLst>
              <p:ext uri="{D42A27DB-BD31-4B8C-83A1-F6EECF244321}">
                <p14:modId xmlns:p14="http://schemas.microsoft.com/office/powerpoint/2010/main" val="2396848995"/>
              </p:ext>
            </p:extLst>
          </p:nvPr>
        </p:nvGraphicFramePr>
        <p:xfrm>
          <a:off x="1373188" y="1192213"/>
          <a:ext cx="2709862" cy="30273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752669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9E3DD1-0A83-B4A4-BDCA-960034C90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295" y="1300649"/>
            <a:ext cx="2846328" cy="2542200"/>
          </a:xfrm>
        </p:spPr>
        <p:txBody>
          <a:bodyPr/>
          <a:lstStyle/>
          <a:p>
            <a:r>
              <a:rPr lang="en-US" sz="5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Decision Tree</a:t>
            </a:r>
            <a:endParaRPr lang="en-US" sz="5000" dirty="0"/>
          </a:p>
        </p:txBody>
      </p:sp>
      <p:pic>
        <p:nvPicPr>
          <p:cNvPr id="3" name="Picture 4">
            <a:extLst>
              <a:ext uri="{FF2B5EF4-FFF2-40B4-BE49-F238E27FC236}">
                <a16:creationId xmlns:a16="http://schemas.microsoft.com/office/drawing/2014/main" id="{C69F604E-F2D2-836C-0EA4-213987DAE2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27623" y="1536898"/>
            <a:ext cx="4767264" cy="20697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821839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7C4DEF-35E3-185C-0681-5F1B2B4081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6432" y="1300650"/>
            <a:ext cx="1678635" cy="2542200"/>
          </a:xfrm>
        </p:spPr>
        <p:txBody>
          <a:bodyPr/>
          <a:lstStyle/>
          <a:p>
            <a:r>
              <a:rPr lang="en-US" sz="5000" dirty="0"/>
              <a:t>CNN</a:t>
            </a:r>
          </a:p>
        </p:txBody>
      </p:sp>
      <p:pic>
        <p:nvPicPr>
          <p:cNvPr id="3" name="Content Placeholder 5">
            <a:extLst>
              <a:ext uri="{FF2B5EF4-FFF2-40B4-BE49-F238E27FC236}">
                <a16:creationId xmlns:a16="http://schemas.microsoft.com/office/drawing/2014/main" id="{87D79E59-64C2-43BE-E983-C432EA0AEF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6592" y="1697630"/>
            <a:ext cx="5179973" cy="174824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972714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7C4DEF-35E3-185C-0681-5F1B2B4081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3381" y="1300649"/>
            <a:ext cx="1678635" cy="2542200"/>
          </a:xfrm>
        </p:spPr>
        <p:txBody>
          <a:bodyPr/>
          <a:lstStyle/>
          <a:p>
            <a:r>
              <a:rPr lang="en-US" sz="5000" dirty="0" err="1"/>
              <a:t>ViT</a:t>
            </a:r>
            <a:endParaRPr lang="en-US" sz="5000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BD16FE0F-06A6-75E2-5FEB-173CA29D77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70936" y="1130998"/>
            <a:ext cx="3790831" cy="28815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360680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7C4DEF-35E3-185C-0681-5F1B2B4081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3381" y="1300649"/>
            <a:ext cx="1678635" cy="2542200"/>
          </a:xfrm>
        </p:spPr>
        <p:txBody>
          <a:bodyPr/>
          <a:lstStyle/>
          <a:p>
            <a:r>
              <a:rPr lang="en-US" sz="4000" dirty="0" err="1"/>
              <a:t>Kết</a:t>
            </a:r>
            <a:r>
              <a:rPr lang="en-US" sz="4000" dirty="0"/>
              <a:t> </a:t>
            </a:r>
            <a:r>
              <a:rPr lang="en-US" sz="4000" dirty="0" err="1"/>
              <a:t>hợp</a:t>
            </a:r>
            <a:r>
              <a:rPr lang="en-US" sz="4000" dirty="0"/>
              <a:t> </a:t>
            </a:r>
            <a:r>
              <a:rPr lang="en-US" sz="4000" dirty="0" err="1"/>
              <a:t>ViT</a:t>
            </a:r>
            <a:r>
              <a:rPr lang="en-US" sz="4000" dirty="0"/>
              <a:t> </a:t>
            </a:r>
            <a:r>
              <a:rPr lang="en-US" sz="4000" dirty="0" err="1"/>
              <a:t>và</a:t>
            </a:r>
            <a:r>
              <a:rPr lang="en-US" sz="4000" dirty="0"/>
              <a:t> BERT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7862EB6-002D-95D1-146B-8089CC265D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7932" y="1172479"/>
            <a:ext cx="4609035" cy="2798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96275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p38"/>
          <p:cNvSpPr/>
          <p:nvPr/>
        </p:nvSpPr>
        <p:spPr>
          <a:xfrm>
            <a:off x="1805700" y="1552275"/>
            <a:ext cx="5543700" cy="1019400"/>
          </a:xfrm>
          <a:prstGeom prst="roundRect">
            <a:avLst>
              <a:gd name="adj" fmla="val 16667"/>
            </a:avLst>
          </a:prstGeom>
          <a:solidFill>
            <a:srgbClr val="88A6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9" name="Google Shape;609;p38"/>
          <p:cNvSpPr txBox="1">
            <a:spLocks noGrp="1"/>
          </p:cNvSpPr>
          <p:nvPr>
            <p:ph type="title"/>
          </p:nvPr>
        </p:nvSpPr>
        <p:spPr>
          <a:xfrm>
            <a:off x="2490600" y="1614600"/>
            <a:ext cx="4162800" cy="923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dirty="0"/>
              <a:t>Đánh giá</a:t>
            </a:r>
            <a:endParaRPr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4B5032-2D11-2658-2575-0E844BDC7E7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5520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795ADE4-1B32-9C6A-09D2-8D2437BD75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8545" y="1108253"/>
            <a:ext cx="5669783" cy="2915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18889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3667263-D1FC-F1CB-C4A3-EA991AAE49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3304" y="1108583"/>
            <a:ext cx="5677392" cy="2926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78820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424FD71-46B8-E00E-F7D2-6EAF08833D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2915" y="1128908"/>
            <a:ext cx="4998169" cy="2885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617083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0" name="Google Shape;1070;p57"/>
          <p:cNvSpPr txBox="1">
            <a:spLocks noGrp="1"/>
          </p:cNvSpPr>
          <p:nvPr>
            <p:ph type="ctrTitle"/>
          </p:nvPr>
        </p:nvSpPr>
        <p:spPr>
          <a:xfrm>
            <a:off x="2112641" y="1972258"/>
            <a:ext cx="4915356" cy="1126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500" dirty="0"/>
              <a:t>Cảm ơn các bạn và thầy đã lắng nghe</a:t>
            </a:r>
            <a:r>
              <a:rPr lang="en" sz="4500" dirty="0">
                <a:solidFill>
                  <a:schemeClr val="dk2"/>
                </a:solidFill>
              </a:rPr>
              <a:t>!</a:t>
            </a:r>
            <a:endParaRPr sz="4500" dirty="0">
              <a:solidFill>
                <a:schemeClr val="dk2"/>
              </a:solidFill>
            </a:endParaRPr>
          </a:p>
        </p:txBody>
      </p:sp>
      <p:grpSp>
        <p:nvGrpSpPr>
          <p:cNvPr id="1073" name="Google Shape;1073;p57"/>
          <p:cNvGrpSpPr/>
          <p:nvPr/>
        </p:nvGrpSpPr>
        <p:grpSpPr>
          <a:xfrm>
            <a:off x="3874544" y="3142069"/>
            <a:ext cx="373874" cy="373854"/>
            <a:chOff x="266768" y="1721375"/>
            <a:chExt cx="397907" cy="397887"/>
          </a:xfrm>
        </p:grpSpPr>
        <p:sp>
          <p:nvSpPr>
            <p:cNvPr id="1074" name="Google Shape;1074;p57"/>
            <p:cNvSpPr/>
            <p:nvPr/>
          </p:nvSpPr>
          <p:spPr>
            <a:xfrm>
              <a:off x="454843" y="1791037"/>
              <a:ext cx="136218" cy="328222"/>
            </a:xfrm>
            <a:custGeom>
              <a:avLst/>
              <a:gdLst/>
              <a:ahLst/>
              <a:cxnLst/>
              <a:rect l="l" t="t" r="r" b="b"/>
              <a:pathLst>
                <a:path w="6527" h="15727" extrusionOk="0">
                  <a:moveTo>
                    <a:pt x="4957" y="1"/>
                  </a:moveTo>
                  <a:cubicBezTo>
                    <a:pt x="4645" y="1"/>
                    <a:pt x="4336" y="24"/>
                    <a:pt x="4028" y="69"/>
                  </a:cubicBezTo>
                  <a:cubicBezTo>
                    <a:pt x="2588" y="280"/>
                    <a:pt x="1700" y="890"/>
                    <a:pt x="1675" y="2250"/>
                  </a:cubicBezTo>
                  <a:lnTo>
                    <a:pt x="1675" y="5040"/>
                  </a:lnTo>
                  <a:cubicBezTo>
                    <a:pt x="1675" y="5348"/>
                    <a:pt x="1426" y="5599"/>
                    <a:pt x="1118" y="5599"/>
                  </a:cubicBezTo>
                  <a:lnTo>
                    <a:pt x="0" y="5599"/>
                  </a:lnTo>
                  <a:lnTo>
                    <a:pt x="0" y="6715"/>
                  </a:lnTo>
                  <a:lnTo>
                    <a:pt x="1118" y="6715"/>
                  </a:lnTo>
                  <a:cubicBezTo>
                    <a:pt x="1426" y="6715"/>
                    <a:pt x="1675" y="6965"/>
                    <a:pt x="1675" y="7274"/>
                  </a:cubicBezTo>
                  <a:lnTo>
                    <a:pt x="1675" y="15727"/>
                  </a:lnTo>
                  <a:lnTo>
                    <a:pt x="3352" y="15727"/>
                  </a:lnTo>
                  <a:lnTo>
                    <a:pt x="3352" y="7274"/>
                  </a:lnTo>
                  <a:cubicBezTo>
                    <a:pt x="3352" y="6965"/>
                    <a:pt x="3602" y="6715"/>
                    <a:pt x="3910" y="6715"/>
                  </a:cubicBezTo>
                  <a:lnTo>
                    <a:pt x="5709" y="6715"/>
                  </a:lnTo>
                  <a:lnTo>
                    <a:pt x="5987" y="5599"/>
                  </a:lnTo>
                  <a:lnTo>
                    <a:pt x="3910" y="5599"/>
                  </a:lnTo>
                  <a:cubicBezTo>
                    <a:pt x="3602" y="5599"/>
                    <a:pt x="3352" y="5348"/>
                    <a:pt x="3352" y="5040"/>
                  </a:cubicBezTo>
                  <a:lnTo>
                    <a:pt x="3352" y="3253"/>
                  </a:lnTo>
                  <a:cubicBezTo>
                    <a:pt x="3352" y="2316"/>
                    <a:pt x="3942" y="1677"/>
                    <a:pt x="4968" y="1504"/>
                  </a:cubicBezTo>
                  <a:cubicBezTo>
                    <a:pt x="5157" y="1473"/>
                    <a:pt x="5339" y="1460"/>
                    <a:pt x="5511" y="1460"/>
                  </a:cubicBezTo>
                  <a:cubicBezTo>
                    <a:pt x="5810" y="1460"/>
                    <a:pt x="6082" y="1498"/>
                    <a:pt x="6324" y="1546"/>
                  </a:cubicBezTo>
                  <a:lnTo>
                    <a:pt x="6526" y="182"/>
                  </a:lnTo>
                  <a:cubicBezTo>
                    <a:pt x="5988" y="62"/>
                    <a:pt x="5468" y="1"/>
                    <a:pt x="49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5" name="Google Shape;1075;p57"/>
            <p:cNvSpPr/>
            <p:nvPr/>
          </p:nvSpPr>
          <p:spPr>
            <a:xfrm>
              <a:off x="266768" y="1721375"/>
              <a:ext cx="397907" cy="397887"/>
            </a:xfrm>
            <a:custGeom>
              <a:avLst/>
              <a:gdLst/>
              <a:ahLst/>
              <a:cxnLst/>
              <a:rect l="l" t="t" r="r" b="b"/>
              <a:pathLst>
                <a:path w="19066" h="19065" extrusionOk="0">
                  <a:moveTo>
                    <a:pt x="2794" y="0"/>
                  </a:moveTo>
                  <a:cubicBezTo>
                    <a:pt x="1255" y="0"/>
                    <a:pt x="1" y="1253"/>
                    <a:pt x="1" y="2793"/>
                  </a:cubicBezTo>
                  <a:lnTo>
                    <a:pt x="1" y="16271"/>
                  </a:lnTo>
                  <a:cubicBezTo>
                    <a:pt x="1" y="17812"/>
                    <a:pt x="1255" y="19065"/>
                    <a:pt x="2794" y="19065"/>
                  </a:cubicBezTo>
                  <a:lnTo>
                    <a:pt x="9571" y="19065"/>
                  </a:lnTo>
                  <a:lnTo>
                    <a:pt x="9571" y="11171"/>
                  </a:lnTo>
                  <a:lnTo>
                    <a:pt x="8453" y="11171"/>
                  </a:lnTo>
                  <a:cubicBezTo>
                    <a:pt x="8145" y="11171"/>
                    <a:pt x="7896" y="10920"/>
                    <a:pt x="7896" y="10612"/>
                  </a:cubicBezTo>
                  <a:lnTo>
                    <a:pt x="7896" y="8378"/>
                  </a:lnTo>
                  <a:cubicBezTo>
                    <a:pt x="7896" y="8070"/>
                    <a:pt x="8145" y="7819"/>
                    <a:pt x="8453" y="7819"/>
                  </a:cubicBezTo>
                  <a:lnTo>
                    <a:pt x="9571" y="7819"/>
                  </a:lnTo>
                  <a:lnTo>
                    <a:pt x="9571" y="5836"/>
                  </a:lnTo>
                  <a:cubicBezTo>
                    <a:pt x="9571" y="3710"/>
                    <a:pt x="10741" y="2615"/>
                    <a:pt x="12878" y="2302"/>
                  </a:cubicBezTo>
                  <a:cubicBezTo>
                    <a:pt x="13231" y="2249"/>
                    <a:pt x="13591" y="2223"/>
                    <a:pt x="13956" y="2223"/>
                  </a:cubicBezTo>
                  <a:cubicBezTo>
                    <a:pt x="14725" y="2223"/>
                    <a:pt x="15517" y="2339"/>
                    <a:pt x="16318" y="2567"/>
                  </a:cubicBezTo>
                  <a:cubicBezTo>
                    <a:pt x="16589" y="2643"/>
                    <a:pt x="16759" y="2908"/>
                    <a:pt x="16718" y="3186"/>
                  </a:cubicBezTo>
                  <a:lnTo>
                    <a:pt x="16352" y="5650"/>
                  </a:lnTo>
                  <a:cubicBezTo>
                    <a:pt x="16329" y="5806"/>
                    <a:pt x="16240" y="5944"/>
                    <a:pt x="16111" y="6031"/>
                  </a:cubicBezTo>
                  <a:cubicBezTo>
                    <a:pt x="16006" y="6102"/>
                    <a:pt x="15912" y="6127"/>
                    <a:pt x="15818" y="6127"/>
                  </a:cubicBezTo>
                  <a:cubicBezTo>
                    <a:pt x="15717" y="6127"/>
                    <a:pt x="15614" y="6098"/>
                    <a:pt x="15494" y="6068"/>
                  </a:cubicBezTo>
                  <a:cubicBezTo>
                    <a:pt x="15202" y="5995"/>
                    <a:pt x="14879" y="5914"/>
                    <a:pt x="14527" y="5914"/>
                  </a:cubicBezTo>
                  <a:cubicBezTo>
                    <a:pt x="14409" y="5914"/>
                    <a:pt x="14289" y="5923"/>
                    <a:pt x="14165" y="5944"/>
                  </a:cubicBezTo>
                  <a:cubicBezTo>
                    <a:pt x="13534" y="6050"/>
                    <a:pt x="13481" y="6333"/>
                    <a:pt x="13481" y="6590"/>
                  </a:cubicBezTo>
                  <a:lnTo>
                    <a:pt x="13481" y="7819"/>
                  </a:lnTo>
                  <a:lnTo>
                    <a:pt x="15715" y="7819"/>
                  </a:lnTo>
                  <a:cubicBezTo>
                    <a:pt x="15887" y="7819"/>
                    <a:pt x="16048" y="7899"/>
                    <a:pt x="16154" y="8035"/>
                  </a:cubicBezTo>
                  <a:cubicBezTo>
                    <a:pt x="16260" y="8169"/>
                    <a:pt x="16297" y="8346"/>
                    <a:pt x="16256" y="8513"/>
                  </a:cubicBezTo>
                  <a:lnTo>
                    <a:pt x="15697" y="10747"/>
                  </a:lnTo>
                  <a:cubicBezTo>
                    <a:pt x="15635" y="10996"/>
                    <a:pt x="15412" y="11170"/>
                    <a:pt x="15156" y="11170"/>
                  </a:cubicBezTo>
                  <a:lnTo>
                    <a:pt x="13481" y="11170"/>
                  </a:lnTo>
                  <a:lnTo>
                    <a:pt x="13481" y="19065"/>
                  </a:lnTo>
                  <a:lnTo>
                    <a:pt x="16272" y="19065"/>
                  </a:lnTo>
                  <a:cubicBezTo>
                    <a:pt x="17813" y="19065"/>
                    <a:pt x="19066" y="17810"/>
                    <a:pt x="19066" y="16271"/>
                  </a:cubicBezTo>
                  <a:lnTo>
                    <a:pt x="19066" y="2793"/>
                  </a:lnTo>
                  <a:cubicBezTo>
                    <a:pt x="19066" y="1253"/>
                    <a:pt x="17813" y="0"/>
                    <a:pt x="1627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76" name="Google Shape;1076;p57"/>
          <p:cNvGrpSpPr/>
          <p:nvPr/>
        </p:nvGrpSpPr>
        <p:grpSpPr>
          <a:xfrm>
            <a:off x="4895533" y="3141840"/>
            <a:ext cx="373854" cy="373854"/>
            <a:chOff x="1379798" y="1723250"/>
            <a:chExt cx="397887" cy="397887"/>
          </a:xfrm>
        </p:grpSpPr>
        <p:sp>
          <p:nvSpPr>
            <p:cNvPr id="1077" name="Google Shape;1077;p57"/>
            <p:cNvSpPr/>
            <p:nvPr/>
          </p:nvSpPr>
          <p:spPr>
            <a:xfrm>
              <a:off x="1462169" y="1793977"/>
              <a:ext cx="23354" cy="23312"/>
            </a:xfrm>
            <a:custGeom>
              <a:avLst/>
              <a:gdLst/>
              <a:ahLst/>
              <a:cxnLst/>
              <a:rect l="l" t="t" r="r" b="b"/>
              <a:pathLst>
                <a:path w="1119" h="1117" extrusionOk="0">
                  <a:moveTo>
                    <a:pt x="559" y="1"/>
                  </a:moveTo>
                  <a:cubicBezTo>
                    <a:pt x="251" y="1"/>
                    <a:pt x="0" y="250"/>
                    <a:pt x="0" y="558"/>
                  </a:cubicBezTo>
                  <a:cubicBezTo>
                    <a:pt x="0" y="866"/>
                    <a:pt x="251" y="1117"/>
                    <a:pt x="559" y="1117"/>
                  </a:cubicBezTo>
                  <a:cubicBezTo>
                    <a:pt x="867" y="1117"/>
                    <a:pt x="1118" y="866"/>
                    <a:pt x="1118" y="558"/>
                  </a:cubicBezTo>
                  <a:cubicBezTo>
                    <a:pt x="1118" y="250"/>
                    <a:pt x="867" y="1"/>
                    <a:pt x="55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8" name="Google Shape;1078;p57"/>
            <p:cNvSpPr/>
            <p:nvPr/>
          </p:nvSpPr>
          <p:spPr>
            <a:xfrm>
              <a:off x="1379798" y="1723250"/>
              <a:ext cx="397887" cy="397887"/>
            </a:xfrm>
            <a:custGeom>
              <a:avLst/>
              <a:gdLst/>
              <a:ahLst/>
              <a:cxnLst/>
              <a:rect l="l" t="t" r="r" b="b"/>
              <a:pathLst>
                <a:path w="19065" h="19065" extrusionOk="0">
                  <a:moveTo>
                    <a:pt x="4506" y="2271"/>
                  </a:moveTo>
                  <a:cubicBezTo>
                    <a:pt x="5429" y="2271"/>
                    <a:pt x="6181" y="3023"/>
                    <a:pt x="6181" y="3947"/>
                  </a:cubicBezTo>
                  <a:cubicBezTo>
                    <a:pt x="6181" y="4872"/>
                    <a:pt x="5429" y="5622"/>
                    <a:pt x="4506" y="5622"/>
                  </a:cubicBezTo>
                  <a:cubicBezTo>
                    <a:pt x="3583" y="5622"/>
                    <a:pt x="2831" y="4872"/>
                    <a:pt x="2831" y="3947"/>
                  </a:cubicBezTo>
                  <a:cubicBezTo>
                    <a:pt x="2831" y="3023"/>
                    <a:pt x="3583" y="2271"/>
                    <a:pt x="4506" y="2271"/>
                  </a:cubicBezTo>
                  <a:close/>
                  <a:moveTo>
                    <a:pt x="5622" y="6740"/>
                  </a:moveTo>
                  <a:cubicBezTo>
                    <a:pt x="5932" y="6740"/>
                    <a:pt x="6181" y="6989"/>
                    <a:pt x="6181" y="7299"/>
                  </a:cubicBezTo>
                  <a:lnTo>
                    <a:pt x="6181" y="16234"/>
                  </a:lnTo>
                  <a:cubicBezTo>
                    <a:pt x="6181" y="16544"/>
                    <a:pt x="5932" y="16793"/>
                    <a:pt x="5622" y="16793"/>
                  </a:cubicBezTo>
                  <a:lnTo>
                    <a:pt x="3388" y="16793"/>
                  </a:lnTo>
                  <a:cubicBezTo>
                    <a:pt x="3080" y="16793"/>
                    <a:pt x="2831" y="16544"/>
                    <a:pt x="2831" y="16234"/>
                  </a:cubicBezTo>
                  <a:lnTo>
                    <a:pt x="2831" y="7299"/>
                  </a:lnTo>
                  <a:cubicBezTo>
                    <a:pt x="2831" y="6989"/>
                    <a:pt x="3080" y="6740"/>
                    <a:pt x="3388" y="6740"/>
                  </a:cubicBezTo>
                  <a:close/>
                  <a:moveTo>
                    <a:pt x="12596" y="6721"/>
                  </a:moveTo>
                  <a:cubicBezTo>
                    <a:pt x="12811" y="6721"/>
                    <a:pt x="13027" y="6739"/>
                    <a:pt x="13241" y="6774"/>
                  </a:cubicBezTo>
                  <a:cubicBezTo>
                    <a:pt x="15058" y="7069"/>
                    <a:pt x="16235" y="8557"/>
                    <a:pt x="16235" y="10223"/>
                  </a:cubicBezTo>
                  <a:lnTo>
                    <a:pt x="16235" y="16234"/>
                  </a:lnTo>
                  <a:cubicBezTo>
                    <a:pt x="16235" y="16544"/>
                    <a:pt x="15985" y="16793"/>
                    <a:pt x="15676" y="16793"/>
                  </a:cubicBezTo>
                  <a:lnTo>
                    <a:pt x="13441" y="16793"/>
                  </a:lnTo>
                  <a:cubicBezTo>
                    <a:pt x="13133" y="16793"/>
                    <a:pt x="12884" y="16544"/>
                    <a:pt x="12884" y="16234"/>
                  </a:cubicBezTo>
                  <a:lnTo>
                    <a:pt x="12884" y="11209"/>
                  </a:lnTo>
                  <a:cubicBezTo>
                    <a:pt x="12884" y="10593"/>
                    <a:pt x="12382" y="10091"/>
                    <a:pt x="11766" y="10091"/>
                  </a:cubicBezTo>
                  <a:cubicBezTo>
                    <a:pt x="11150" y="10091"/>
                    <a:pt x="10650" y="10593"/>
                    <a:pt x="10650" y="11209"/>
                  </a:cubicBezTo>
                  <a:lnTo>
                    <a:pt x="10650" y="16234"/>
                  </a:lnTo>
                  <a:cubicBezTo>
                    <a:pt x="10650" y="16544"/>
                    <a:pt x="10399" y="16793"/>
                    <a:pt x="10091" y="16793"/>
                  </a:cubicBezTo>
                  <a:lnTo>
                    <a:pt x="7857" y="16793"/>
                  </a:lnTo>
                  <a:cubicBezTo>
                    <a:pt x="7547" y="16793"/>
                    <a:pt x="7298" y="16544"/>
                    <a:pt x="7298" y="16234"/>
                  </a:cubicBezTo>
                  <a:lnTo>
                    <a:pt x="7298" y="7299"/>
                  </a:lnTo>
                  <a:cubicBezTo>
                    <a:pt x="7298" y="6989"/>
                    <a:pt x="7547" y="6740"/>
                    <a:pt x="7857" y="6740"/>
                  </a:cubicBezTo>
                  <a:lnTo>
                    <a:pt x="10091" y="6740"/>
                  </a:lnTo>
                  <a:cubicBezTo>
                    <a:pt x="10377" y="6740"/>
                    <a:pt x="10613" y="6956"/>
                    <a:pt x="10644" y="7234"/>
                  </a:cubicBezTo>
                  <a:cubicBezTo>
                    <a:pt x="11219" y="6901"/>
                    <a:pt x="11901" y="6721"/>
                    <a:pt x="12596" y="6721"/>
                  </a:cubicBezTo>
                  <a:close/>
                  <a:moveTo>
                    <a:pt x="2831" y="0"/>
                  </a:moveTo>
                  <a:cubicBezTo>
                    <a:pt x="1290" y="0"/>
                    <a:pt x="0" y="1290"/>
                    <a:pt x="0" y="2831"/>
                  </a:cubicBezTo>
                  <a:lnTo>
                    <a:pt x="0" y="16234"/>
                  </a:lnTo>
                  <a:cubicBezTo>
                    <a:pt x="0" y="17775"/>
                    <a:pt x="1290" y="19065"/>
                    <a:pt x="2831" y="19065"/>
                  </a:cubicBezTo>
                  <a:lnTo>
                    <a:pt x="16235" y="19065"/>
                  </a:lnTo>
                  <a:cubicBezTo>
                    <a:pt x="17774" y="19065"/>
                    <a:pt x="19065" y="17775"/>
                    <a:pt x="19065" y="16234"/>
                  </a:cubicBezTo>
                  <a:lnTo>
                    <a:pt x="19065" y="2831"/>
                  </a:lnTo>
                  <a:cubicBezTo>
                    <a:pt x="19065" y="1290"/>
                    <a:pt x="17774" y="0"/>
                    <a:pt x="1623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9" name="Google Shape;1079;p57"/>
            <p:cNvSpPr/>
            <p:nvPr/>
          </p:nvSpPr>
          <p:spPr>
            <a:xfrm>
              <a:off x="1555413" y="1886846"/>
              <a:ext cx="139912" cy="163558"/>
            </a:xfrm>
            <a:custGeom>
              <a:avLst/>
              <a:gdLst/>
              <a:ahLst/>
              <a:cxnLst/>
              <a:rect l="l" t="t" r="r" b="b"/>
              <a:pathLst>
                <a:path w="6704" h="7837" extrusionOk="0">
                  <a:moveTo>
                    <a:pt x="4182" y="0"/>
                  </a:moveTo>
                  <a:cubicBezTo>
                    <a:pt x="3474" y="0"/>
                    <a:pt x="2782" y="261"/>
                    <a:pt x="2332" y="711"/>
                  </a:cubicBezTo>
                  <a:cubicBezTo>
                    <a:pt x="2108" y="935"/>
                    <a:pt x="1938" y="1142"/>
                    <a:pt x="1686" y="1142"/>
                  </a:cubicBezTo>
                  <a:cubicBezTo>
                    <a:pt x="1618" y="1142"/>
                    <a:pt x="1544" y="1127"/>
                    <a:pt x="1462" y="1093"/>
                  </a:cubicBezTo>
                  <a:cubicBezTo>
                    <a:pt x="1253" y="1006"/>
                    <a:pt x="1117" y="803"/>
                    <a:pt x="1117" y="576"/>
                  </a:cubicBezTo>
                  <a:lnTo>
                    <a:pt x="1117" y="17"/>
                  </a:lnTo>
                  <a:lnTo>
                    <a:pt x="1" y="17"/>
                  </a:lnTo>
                  <a:lnTo>
                    <a:pt x="1" y="7836"/>
                  </a:lnTo>
                  <a:lnTo>
                    <a:pt x="1117" y="7836"/>
                  </a:lnTo>
                  <a:lnTo>
                    <a:pt x="1117" y="3370"/>
                  </a:lnTo>
                  <a:cubicBezTo>
                    <a:pt x="1117" y="2137"/>
                    <a:pt x="2120" y="1135"/>
                    <a:pt x="3351" y="1135"/>
                  </a:cubicBezTo>
                  <a:cubicBezTo>
                    <a:pt x="4584" y="1135"/>
                    <a:pt x="5585" y="2137"/>
                    <a:pt x="5585" y="3370"/>
                  </a:cubicBezTo>
                  <a:lnTo>
                    <a:pt x="5585" y="7836"/>
                  </a:lnTo>
                  <a:lnTo>
                    <a:pt x="6703" y="7836"/>
                  </a:lnTo>
                  <a:lnTo>
                    <a:pt x="6703" y="2384"/>
                  </a:lnTo>
                  <a:cubicBezTo>
                    <a:pt x="6703" y="1266"/>
                    <a:pt x="5932" y="245"/>
                    <a:pt x="4648" y="38"/>
                  </a:cubicBezTo>
                  <a:cubicBezTo>
                    <a:pt x="4493" y="13"/>
                    <a:pt x="4337" y="0"/>
                    <a:pt x="418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0" name="Google Shape;1080;p57"/>
            <p:cNvSpPr/>
            <p:nvPr/>
          </p:nvSpPr>
          <p:spPr>
            <a:xfrm>
              <a:off x="1462169" y="1887200"/>
              <a:ext cx="23354" cy="163203"/>
            </a:xfrm>
            <a:custGeom>
              <a:avLst/>
              <a:gdLst/>
              <a:ahLst/>
              <a:cxnLst/>
              <a:rect l="l" t="t" r="r" b="b"/>
              <a:pathLst>
                <a:path w="1119" h="7820" extrusionOk="0">
                  <a:moveTo>
                    <a:pt x="0" y="0"/>
                  </a:moveTo>
                  <a:lnTo>
                    <a:pt x="0" y="7819"/>
                  </a:lnTo>
                  <a:lnTo>
                    <a:pt x="1118" y="7819"/>
                  </a:lnTo>
                  <a:lnTo>
                    <a:pt x="111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81" name="Google Shape;1081;p57"/>
          <p:cNvGrpSpPr/>
          <p:nvPr/>
        </p:nvGrpSpPr>
        <p:grpSpPr>
          <a:xfrm>
            <a:off x="4383405" y="3141840"/>
            <a:ext cx="373835" cy="373854"/>
            <a:chOff x="864491" y="1723250"/>
            <a:chExt cx="397866" cy="397887"/>
          </a:xfrm>
        </p:grpSpPr>
        <p:sp>
          <p:nvSpPr>
            <p:cNvPr id="1082" name="Google Shape;1082;p57"/>
            <p:cNvSpPr/>
            <p:nvPr/>
          </p:nvSpPr>
          <p:spPr>
            <a:xfrm>
              <a:off x="935197" y="1793977"/>
              <a:ext cx="256451" cy="256430"/>
            </a:xfrm>
            <a:custGeom>
              <a:avLst/>
              <a:gdLst/>
              <a:ahLst/>
              <a:cxnLst/>
              <a:rect l="l" t="t" r="r" b="b"/>
              <a:pathLst>
                <a:path w="12288" h="12287" extrusionOk="0">
                  <a:moveTo>
                    <a:pt x="10053" y="1117"/>
                  </a:moveTo>
                  <a:cubicBezTo>
                    <a:pt x="10669" y="1117"/>
                    <a:pt x="11171" y="1617"/>
                    <a:pt x="11171" y="2233"/>
                  </a:cubicBezTo>
                  <a:cubicBezTo>
                    <a:pt x="11170" y="2850"/>
                    <a:pt x="10669" y="3351"/>
                    <a:pt x="10053" y="3351"/>
                  </a:cubicBezTo>
                  <a:cubicBezTo>
                    <a:pt x="9438" y="3351"/>
                    <a:pt x="8937" y="2850"/>
                    <a:pt x="8937" y="2233"/>
                  </a:cubicBezTo>
                  <a:cubicBezTo>
                    <a:pt x="8937" y="1617"/>
                    <a:pt x="9438" y="1117"/>
                    <a:pt x="10053" y="1117"/>
                  </a:cubicBezTo>
                  <a:close/>
                  <a:moveTo>
                    <a:pt x="6144" y="2233"/>
                  </a:moveTo>
                  <a:cubicBezTo>
                    <a:pt x="8300" y="2233"/>
                    <a:pt x="10053" y="3988"/>
                    <a:pt x="10053" y="6144"/>
                  </a:cubicBezTo>
                  <a:cubicBezTo>
                    <a:pt x="10053" y="8299"/>
                    <a:pt x="8300" y="10054"/>
                    <a:pt x="6144" y="10054"/>
                  </a:cubicBezTo>
                  <a:cubicBezTo>
                    <a:pt x="3989" y="10054"/>
                    <a:pt x="2234" y="8299"/>
                    <a:pt x="2234" y="6144"/>
                  </a:cubicBezTo>
                  <a:cubicBezTo>
                    <a:pt x="2234" y="3988"/>
                    <a:pt x="3987" y="2233"/>
                    <a:pt x="6144" y="2233"/>
                  </a:cubicBezTo>
                  <a:close/>
                  <a:moveTo>
                    <a:pt x="1675" y="1"/>
                  </a:moveTo>
                  <a:cubicBezTo>
                    <a:pt x="752" y="1"/>
                    <a:pt x="0" y="751"/>
                    <a:pt x="0" y="1676"/>
                  </a:cubicBezTo>
                  <a:lnTo>
                    <a:pt x="0" y="10611"/>
                  </a:lnTo>
                  <a:cubicBezTo>
                    <a:pt x="0" y="11536"/>
                    <a:pt x="752" y="12286"/>
                    <a:pt x="1675" y="12286"/>
                  </a:cubicBezTo>
                  <a:lnTo>
                    <a:pt x="10612" y="12286"/>
                  </a:lnTo>
                  <a:cubicBezTo>
                    <a:pt x="11536" y="12286"/>
                    <a:pt x="12288" y="11536"/>
                    <a:pt x="12288" y="10611"/>
                  </a:cubicBezTo>
                  <a:lnTo>
                    <a:pt x="12288" y="1676"/>
                  </a:lnTo>
                  <a:cubicBezTo>
                    <a:pt x="12288" y="752"/>
                    <a:pt x="11536" y="1"/>
                    <a:pt x="1061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3" name="Google Shape;1083;p57"/>
            <p:cNvSpPr/>
            <p:nvPr/>
          </p:nvSpPr>
          <p:spPr>
            <a:xfrm>
              <a:off x="1005109" y="1863910"/>
              <a:ext cx="116622" cy="116559"/>
            </a:xfrm>
            <a:custGeom>
              <a:avLst/>
              <a:gdLst/>
              <a:ahLst/>
              <a:cxnLst/>
              <a:rect l="l" t="t" r="r" b="b"/>
              <a:pathLst>
                <a:path w="5588" h="5585" extrusionOk="0">
                  <a:moveTo>
                    <a:pt x="2794" y="0"/>
                  </a:moveTo>
                  <a:cubicBezTo>
                    <a:pt x="1255" y="0"/>
                    <a:pt x="1" y="1252"/>
                    <a:pt x="1" y="2793"/>
                  </a:cubicBezTo>
                  <a:cubicBezTo>
                    <a:pt x="1" y="4332"/>
                    <a:pt x="1255" y="5585"/>
                    <a:pt x="2794" y="5585"/>
                  </a:cubicBezTo>
                  <a:cubicBezTo>
                    <a:pt x="4333" y="5585"/>
                    <a:pt x="5587" y="4332"/>
                    <a:pt x="5587" y="2793"/>
                  </a:cubicBezTo>
                  <a:cubicBezTo>
                    <a:pt x="5587" y="1252"/>
                    <a:pt x="4333" y="0"/>
                    <a:pt x="279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4" name="Google Shape;1084;p57"/>
            <p:cNvSpPr/>
            <p:nvPr/>
          </p:nvSpPr>
          <p:spPr>
            <a:xfrm>
              <a:off x="864491" y="1723250"/>
              <a:ext cx="397866" cy="397887"/>
            </a:xfrm>
            <a:custGeom>
              <a:avLst/>
              <a:gdLst/>
              <a:ahLst/>
              <a:cxnLst/>
              <a:rect l="l" t="t" r="r" b="b"/>
              <a:pathLst>
                <a:path w="19064" h="19065" extrusionOk="0">
                  <a:moveTo>
                    <a:pt x="14000" y="2271"/>
                  </a:moveTo>
                  <a:cubicBezTo>
                    <a:pt x="15539" y="2271"/>
                    <a:pt x="16794" y="3524"/>
                    <a:pt x="16794" y="5065"/>
                  </a:cubicBezTo>
                  <a:lnTo>
                    <a:pt x="16794" y="14000"/>
                  </a:lnTo>
                  <a:cubicBezTo>
                    <a:pt x="16794" y="15541"/>
                    <a:pt x="15539" y="16793"/>
                    <a:pt x="14000" y="16793"/>
                  </a:cubicBezTo>
                  <a:lnTo>
                    <a:pt x="5063" y="16793"/>
                  </a:lnTo>
                  <a:cubicBezTo>
                    <a:pt x="3524" y="16793"/>
                    <a:pt x="2272" y="15541"/>
                    <a:pt x="2272" y="14000"/>
                  </a:cubicBezTo>
                  <a:lnTo>
                    <a:pt x="2272" y="5065"/>
                  </a:lnTo>
                  <a:cubicBezTo>
                    <a:pt x="2272" y="3524"/>
                    <a:pt x="3524" y="2271"/>
                    <a:pt x="5063" y="2271"/>
                  </a:cubicBezTo>
                  <a:close/>
                  <a:moveTo>
                    <a:pt x="2829" y="0"/>
                  </a:moveTo>
                  <a:cubicBezTo>
                    <a:pt x="1290" y="0"/>
                    <a:pt x="0" y="1290"/>
                    <a:pt x="0" y="2831"/>
                  </a:cubicBezTo>
                  <a:lnTo>
                    <a:pt x="0" y="16234"/>
                  </a:lnTo>
                  <a:cubicBezTo>
                    <a:pt x="0" y="17775"/>
                    <a:pt x="1290" y="19065"/>
                    <a:pt x="2829" y="19065"/>
                  </a:cubicBezTo>
                  <a:lnTo>
                    <a:pt x="16235" y="19065"/>
                  </a:lnTo>
                  <a:cubicBezTo>
                    <a:pt x="17774" y="19065"/>
                    <a:pt x="19063" y="17775"/>
                    <a:pt x="19063" y="16234"/>
                  </a:cubicBezTo>
                  <a:lnTo>
                    <a:pt x="19063" y="2831"/>
                  </a:lnTo>
                  <a:cubicBezTo>
                    <a:pt x="19063" y="1290"/>
                    <a:pt x="17774" y="0"/>
                    <a:pt x="1623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" name="Subtitle 2">
            <a:extLst>
              <a:ext uri="{FF2B5EF4-FFF2-40B4-BE49-F238E27FC236}">
                <a16:creationId xmlns:a16="http://schemas.microsoft.com/office/drawing/2014/main" id="{7D4F4E21-72CA-12CD-5501-472B58A6CA11}"/>
              </a:ext>
            </a:extLst>
          </p:cNvPr>
          <p:cNvSpPr>
            <a:spLocks noGrp="1"/>
          </p:cNvSpPr>
          <p:nvPr>
            <p:ph type="subTitle" idx="2"/>
          </p:nvPr>
        </p:nvSpPr>
        <p:spPr>
          <a:xfrm rot="-962">
            <a:off x="2679439" y="3602404"/>
            <a:ext cx="3892849" cy="1000623"/>
          </a:xfrm>
          <a:solidFill>
            <a:schemeClr val="bg1"/>
          </a:solidFill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oftware Development Agency by Slidesgo">
  <a:themeElements>
    <a:clrScheme name="Simple Light">
      <a:dk1>
        <a:srgbClr val="FFFFFF"/>
      </a:dk1>
      <a:lt1>
        <a:srgbClr val="1B222D"/>
      </a:lt1>
      <a:dk2>
        <a:srgbClr val="F8EF5B"/>
      </a:dk2>
      <a:lt2>
        <a:srgbClr val="92D99C"/>
      </a:lt2>
      <a:accent1>
        <a:srgbClr val="6DC797"/>
      </a:accent1>
      <a:accent2>
        <a:srgbClr val="88A6F3"/>
      </a:accent2>
      <a:accent3>
        <a:srgbClr val="6D65E0"/>
      </a:accent3>
      <a:accent4>
        <a:srgbClr val="FF9BDA"/>
      </a:accent4>
      <a:accent5>
        <a:srgbClr val="EB5358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291</Words>
  <Application>Microsoft Office PowerPoint</Application>
  <PresentationFormat>On-screen Show (16:9)</PresentationFormat>
  <Paragraphs>40</Paragraphs>
  <Slides>22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Epilogue</vt:lpstr>
      <vt:lpstr>Arial</vt:lpstr>
      <vt:lpstr>Cabin</vt:lpstr>
      <vt:lpstr>Software Development Agency by Slidesgo</vt:lpstr>
      <vt:lpstr>Twitter-Based Gender Recognition Using Transformers</vt:lpstr>
      <vt:lpstr>Giới thiệu</vt:lpstr>
      <vt:lpstr>PowerPoint Presentation</vt:lpstr>
      <vt:lpstr>Ứng dụng</vt:lpstr>
      <vt:lpstr>Kiến trúc transformers</vt:lpstr>
      <vt:lpstr>Fine tuning tinh chỉnh BERT</vt:lpstr>
      <vt:lpstr>Masked LM</vt:lpstr>
      <vt:lpstr>Next Sentence Prediction</vt:lpstr>
      <vt:lpstr>Phân loại hình ảnh</vt:lpstr>
      <vt:lpstr>Thứ máy tính thấy</vt:lpstr>
      <vt:lpstr>Những thách thức</vt:lpstr>
      <vt:lpstr>Các phương pháp phân loại ảnh</vt:lpstr>
      <vt:lpstr>Các hướng tiếp cận</vt:lpstr>
      <vt:lpstr>Decision Tree</vt:lpstr>
      <vt:lpstr>CNN</vt:lpstr>
      <vt:lpstr>ViT</vt:lpstr>
      <vt:lpstr>Kết hợp ViT và BERT</vt:lpstr>
      <vt:lpstr>Đánh giá</vt:lpstr>
      <vt:lpstr>PowerPoint Presentation</vt:lpstr>
      <vt:lpstr>PowerPoint Presentation</vt:lpstr>
      <vt:lpstr>PowerPoint Presentation</vt:lpstr>
      <vt:lpstr>Cảm ơn các bạn và thầy đã lắng nghe!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Twitter-Based Gender Recognition Using Transformers</dc:title>
  <cp:lastModifiedBy>PHAN TRÍ TÀI</cp:lastModifiedBy>
  <cp:revision>7</cp:revision>
  <dcterms:modified xsi:type="dcterms:W3CDTF">2022-12-14T02:59:20Z</dcterms:modified>
</cp:coreProperties>
</file>