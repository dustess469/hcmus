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31"/>
  </p:notesMasterIdLst>
  <p:sldIdLst>
    <p:sldId id="256" r:id="rId2"/>
    <p:sldId id="258" r:id="rId3"/>
    <p:sldId id="260" r:id="rId4"/>
    <p:sldId id="272" r:id="rId5"/>
    <p:sldId id="279" r:id="rId6"/>
    <p:sldId id="283" r:id="rId7"/>
    <p:sldId id="286" r:id="rId8"/>
    <p:sldId id="287" r:id="rId9"/>
    <p:sldId id="281" r:id="rId10"/>
    <p:sldId id="288" r:id="rId11"/>
    <p:sldId id="296" r:id="rId12"/>
    <p:sldId id="299" r:id="rId13"/>
    <p:sldId id="282" r:id="rId14"/>
    <p:sldId id="265" r:id="rId15"/>
    <p:sldId id="290" r:id="rId16"/>
    <p:sldId id="291" r:id="rId17"/>
    <p:sldId id="292" r:id="rId18"/>
    <p:sldId id="293" r:id="rId19"/>
    <p:sldId id="297" r:id="rId20"/>
    <p:sldId id="298" r:id="rId21"/>
    <p:sldId id="300" r:id="rId22"/>
    <p:sldId id="301" r:id="rId23"/>
    <p:sldId id="302" r:id="rId24"/>
    <p:sldId id="303" r:id="rId25"/>
    <p:sldId id="294" r:id="rId26"/>
    <p:sldId id="295" r:id="rId27"/>
    <p:sldId id="304" r:id="rId28"/>
    <p:sldId id="305" r:id="rId29"/>
    <p:sldId id="289" r:id="rId30"/>
  </p:sldIdLst>
  <p:sldSz cx="9144000" cy="5143500" type="screen16x9"/>
  <p:notesSz cx="6858000" cy="9144000"/>
  <p:embeddedFontLst>
    <p:embeddedFont>
      <p:font typeface="Archivo" panose="020B0604020202020204" charset="0"/>
      <p:regular r:id="rId32"/>
      <p:bold r:id="rId33"/>
      <p:italic r:id="rId34"/>
      <p:boldItalic r:id="rId35"/>
    </p:embeddedFont>
    <p:embeddedFont>
      <p:font typeface="Michroma" panose="020B0604020202020204" charset="0"/>
      <p:regular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8B17DFC-B365-4B84-9A40-C599E0121C9D}">
  <a:tblStyle styleId="{E8B17DFC-B365-4B84-9A40-C599E0121C9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FFA7D63-6170-442A-956F-2B96484AAD5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FABBFA6-438C-4672-9DE4-D32EAE0704E1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1ff18b49f31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1ff18b49f31_1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1125d80b419_0_7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1125d80b419_0_7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47498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1125d80b419_0_7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1125d80b419_0_7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90842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1125d80b419_0_7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1125d80b419_0_7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64150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1125d80b419_0_7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1125d80b419_0_7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26210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3483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1ff18b49f31_1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1ff18b49f31_1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08959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1ff18b49f31_1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1ff18b49f31_1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72852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1ff18b49f31_1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1ff18b49f31_1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17540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24075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1ff18b49f31_1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1ff18b49f31_1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1ff18b49f31_1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1ff18b49f31_1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75425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1ff18b49f31_1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1ff18b49f31_1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48360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1ff18b49f31_1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1ff18b49f31_1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83500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1ff18b49f31_1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1ff18b49f31_1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85708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1ff18b49f31_1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1ff18b49f31_1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86462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1ff18b49f31_1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1ff18b49f31_1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07605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1ff18b49f31_1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1ff18b49f31_1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67020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1ff18b49f31_1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1ff18b49f31_1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04487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1ff18b49f31_1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1ff18b49f31_1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24314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1ff18b49f31_1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1ff18b49f31_1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17915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1ff18b49f31_1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1ff18b49f31_1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51769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1ff18b49f31_1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1ff18b49f31_1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76064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1ff18b49f31_1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1ff18b49f31_1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73489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1ff18b49f31_1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1ff18b49f31_1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30286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1ff18b49f31_1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1ff18b49f31_1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0881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10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85375" y="-451500"/>
            <a:ext cx="9004555" cy="5949224"/>
            <a:chOff x="-285375" y="-451500"/>
            <a:chExt cx="9004555" cy="5949224"/>
          </a:xfrm>
        </p:grpSpPr>
        <p:pic>
          <p:nvPicPr>
            <p:cNvPr id="10" name="Google Shape;10;p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068185" y="262142"/>
              <a:ext cx="821257" cy="8212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1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483930" y="-451500"/>
              <a:ext cx="1235250" cy="1235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2;p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285375" y="4061637"/>
              <a:ext cx="1436055" cy="14360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" name="Google Shape;13;p2"/>
          <p:cNvGrpSpPr/>
          <p:nvPr/>
        </p:nvGrpSpPr>
        <p:grpSpPr>
          <a:xfrm>
            <a:off x="-205542" y="-200399"/>
            <a:ext cx="1710633" cy="5072261"/>
            <a:chOff x="-205542" y="-200399"/>
            <a:chExt cx="1710633" cy="5072261"/>
          </a:xfrm>
        </p:grpSpPr>
        <p:grpSp>
          <p:nvGrpSpPr>
            <p:cNvPr id="14" name="Google Shape;14;p2"/>
            <p:cNvGrpSpPr/>
            <p:nvPr/>
          </p:nvGrpSpPr>
          <p:grpSpPr>
            <a:xfrm>
              <a:off x="-205542" y="-200399"/>
              <a:ext cx="920630" cy="920641"/>
              <a:chOff x="1351185" y="2656117"/>
              <a:chExt cx="821257" cy="821268"/>
            </a:xfrm>
          </p:grpSpPr>
          <p:pic>
            <p:nvPicPr>
              <p:cNvPr id="15" name="Google Shape;15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351185" y="2656117"/>
                <a:ext cx="821257" cy="82126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" name="Google Shape;16;p2"/>
              <p:cNvSpPr/>
              <p:nvPr/>
            </p:nvSpPr>
            <p:spPr>
              <a:xfrm>
                <a:off x="1391231" y="2696191"/>
                <a:ext cx="741000" cy="741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grpSp>
          <p:nvGrpSpPr>
            <p:cNvPr id="17" name="Google Shape;17;p2"/>
            <p:cNvGrpSpPr/>
            <p:nvPr/>
          </p:nvGrpSpPr>
          <p:grpSpPr>
            <a:xfrm>
              <a:off x="629302" y="3996063"/>
              <a:ext cx="875789" cy="875800"/>
              <a:chOff x="1351185" y="2656117"/>
              <a:chExt cx="821257" cy="821268"/>
            </a:xfrm>
          </p:grpSpPr>
          <p:pic>
            <p:nvPicPr>
              <p:cNvPr id="18" name="Google Shape;18;p2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351185" y="2656117"/>
                <a:ext cx="821257" cy="82126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" name="Google Shape;19;p2"/>
              <p:cNvSpPr/>
              <p:nvPr/>
            </p:nvSpPr>
            <p:spPr>
              <a:xfrm>
                <a:off x="1386442" y="2691387"/>
                <a:ext cx="750600" cy="750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</p:grpSp>
      <p:sp>
        <p:nvSpPr>
          <p:cNvPr id="20" name="Google Shape;20;p2"/>
          <p:cNvSpPr txBox="1">
            <a:spLocks noGrp="1"/>
          </p:cNvSpPr>
          <p:nvPr>
            <p:ph type="ctrTitle"/>
          </p:nvPr>
        </p:nvSpPr>
        <p:spPr>
          <a:xfrm>
            <a:off x="715100" y="863575"/>
            <a:ext cx="4410000" cy="213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715100" y="3001375"/>
            <a:ext cx="44100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3"/>
          <p:cNvPicPr preferRelativeResize="0"/>
          <p:nvPr/>
        </p:nvPicPr>
        <p:blipFill rotWithShape="1">
          <a:blip r:embed="rId2">
            <a:alphaModFix/>
          </a:blip>
          <a:srcRect l="3401" t="3401" r="3410" b="3410"/>
          <a:stretch/>
        </p:blipFill>
        <p:spPr>
          <a:xfrm>
            <a:off x="7992054" y="4172325"/>
            <a:ext cx="1729200" cy="17292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24" name="Google Shape;24;p3"/>
          <p:cNvGrpSpPr/>
          <p:nvPr/>
        </p:nvGrpSpPr>
        <p:grpSpPr>
          <a:xfrm>
            <a:off x="-851501" y="234538"/>
            <a:ext cx="9392120" cy="4647452"/>
            <a:chOff x="-851501" y="234538"/>
            <a:chExt cx="9392120" cy="4647452"/>
          </a:xfrm>
        </p:grpSpPr>
        <p:grpSp>
          <p:nvGrpSpPr>
            <p:cNvPr id="25" name="Google Shape;25;p3"/>
            <p:cNvGrpSpPr/>
            <p:nvPr/>
          </p:nvGrpSpPr>
          <p:grpSpPr>
            <a:xfrm>
              <a:off x="-851501" y="234538"/>
              <a:ext cx="1701302" cy="1701302"/>
              <a:chOff x="6919815" y="2656128"/>
              <a:chExt cx="873000" cy="873000"/>
            </a:xfrm>
          </p:grpSpPr>
          <p:pic>
            <p:nvPicPr>
              <p:cNvPr id="26" name="Google Shape;26;p3"/>
              <p:cNvPicPr preferRelativeResize="0"/>
              <p:nvPr/>
            </p:nvPicPr>
            <p:blipFill rotWithShape="1">
              <a:blip r:embed="rId3">
                <a:alphaModFix/>
              </a:blip>
              <a:srcRect l="2794" t="2794" r="2803" b="2803"/>
              <a:stretch/>
            </p:blipFill>
            <p:spPr>
              <a:xfrm>
                <a:off x="6919815" y="2656128"/>
                <a:ext cx="873000" cy="873000"/>
              </a:xfrm>
              <a:prstGeom prst="ellipse">
                <a:avLst/>
              </a:prstGeom>
              <a:noFill/>
              <a:ln>
                <a:noFill/>
              </a:ln>
            </p:spPr>
          </p:pic>
          <p:sp>
            <p:nvSpPr>
              <p:cNvPr id="27" name="Google Shape;27;p3"/>
              <p:cNvSpPr/>
              <p:nvPr/>
            </p:nvSpPr>
            <p:spPr>
              <a:xfrm>
                <a:off x="6934350" y="2667487"/>
                <a:ext cx="843900" cy="8439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grpSp>
          <p:nvGrpSpPr>
            <p:cNvPr id="28" name="Google Shape;28;p3"/>
            <p:cNvGrpSpPr/>
            <p:nvPr/>
          </p:nvGrpSpPr>
          <p:grpSpPr>
            <a:xfrm>
              <a:off x="7622136" y="3963506"/>
              <a:ext cx="918483" cy="918483"/>
              <a:chOff x="3451421" y="3574675"/>
              <a:chExt cx="873000" cy="873000"/>
            </a:xfrm>
          </p:grpSpPr>
          <p:pic>
            <p:nvPicPr>
              <p:cNvPr id="29" name="Google Shape;29;p3"/>
              <p:cNvPicPr preferRelativeResize="0"/>
              <p:nvPr/>
            </p:nvPicPr>
            <p:blipFill rotWithShape="1">
              <a:blip r:embed="rId2">
                <a:alphaModFix/>
              </a:blip>
              <a:srcRect l="3401" t="3401" r="3410" b="3410"/>
              <a:stretch/>
            </p:blipFill>
            <p:spPr>
              <a:xfrm>
                <a:off x="3451421" y="3574675"/>
                <a:ext cx="873000" cy="873000"/>
              </a:xfrm>
              <a:prstGeom prst="ellipse">
                <a:avLst/>
              </a:prstGeom>
              <a:noFill/>
              <a:ln>
                <a:noFill/>
              </a:ln>
            </p:spPr>
          </p:pic>
          <p:sp>
            <p:nvSpPr>
              <p:cNvPr id="30" name="Google Shape;30;p3"/>
              <p:cNvSpPr/>
              <p:nvPr/>
            </p:nvSpPr>
            <p:spPr>
              <a:xfrm>
                <a:off x="3466288" y="3589525"/>
                <a:ext cx="843300" cy="843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</p:grpSp>
      <p:sp>
        <p:nvSpPr>
          <p:cNvPr id="31" name="Google Shape;31;p3"/>
          <p:cNvSpPr txBox="1">
            <a:spLocks noGrp="1"/>
          </p:cNvSpPr>
          <p:nvPr>
            <p:ph type="title"/>
          </p:nvPr>
        </p:nvSpPr>
        <p:spPr>
          <a:xfrm>
            <a:off x="4572050" y="2229450"/>
            <a:ext cx="3856800" cy="146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0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title" idx="2" hasCustomPrompt="1"/>
          </p:nvPr>
        </p:nvSpPr>
        <p:spPr>
          <a:xfrm>
            <a:off x="6956376" y="1453350"/>
            <a:ext cx="1472400" cy="776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48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67" name="Google Shape;67;p6"/>
          <p:cNvGrpSpPr/>
          <p:nvPr/>
        </p:nvGrpSpPr>
        <p:grpSpPr>
          <a:xfrm>
            <a:off x="-383750" y="240891"/>
            <a:ext cx="9785336" cy="4758159"/>
            <a:chOff x="-383750" y="240891"/>
            <a:chExt cx="9785336" cy="4758159"/>
          </a:xfrm>
        </p:grpSpPr>
        <p:pic>
          <p:nvPicPr>
            <p:cNvPr id="68" name="Google Shape;68;p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514126" y="4111575"/>
              <a:ext cx="887460" cy="887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" name="Google Shape;69;p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383750" y="240891"/>
              <a:ext cx="980925" cy="9809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0" name="Google Shape;70;p6"/>
          <p:cNvGrpSpPr/>
          <p:nvPr/>
        </p:nvGrpSpPr>
        <p:grpSpPr>
          <a:xfrm>
            <a:off x="8614564" y="3051689"/>
            <a:ext cx="1556803" cy="1556821"/>
            <a:chOff x="4109629" y="2630250"/>
            <a:chExt cx="872990" cy="873000"/>
          </a:xfrm>
        </p:grpSpPr>
        <p:pic>
          <p:nvPicPr>
            <p:cNvPr id="71" name="Google Shape;71;p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109629" y="2630250"/>
              <a:ext cx="872990" cy="873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" name="Google Shape;72;p6"/>
            <p:cNvSpPr/>
            <p:nvPr/>
          </p:nvSpPr>
          <p:spPr>
            <a:xfrm>
              <a:off x="4128845" y="2649466"/>
              <a:ext cx="834600" cy="834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82" name="Google Shape;82;p8"/>
          <p:cNvGrpSpPr/>
          <p:nvPr/>
        </p:nvGrpSpPr>
        <p:grpSpPr>
          <a:xfrm>
            <a:off x="-543852" y="-189596"/>
            <a:ext cx="1449163" cy="1449180"/>
            <a:chOff x="4819589" y="3574675"/>
            <a:chExt cx="872990" cy="873000"/>
          </a:xfrm>
        </p:grpSpPr>
        <p:pic>
          <p:nvPicPr>
            <p:cNvPr id="83" name="Google Shape;83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819589" y="3574675"/>
              <a:ext cx="872990" cy="873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" name="Google Shape;84;p8"/>
            <p:cNvSpPr/>
            <p:nvPr/>
          </p:nvSpPr>
          <p:spPr>
            <a:xfrm>
              <a:off x="4845500" y="3600525"/>
              <a:ext cx="821400" cy="821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pic>
        <p:nvPicPr>
          <p:cNvPr id="85" name="Google Shape;8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98625" y="825600"/>
            <a:ext cx="1580200" cy="158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60300" y="3989300"/>
            <a:ext cx="980925" cy="98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9"/>
          <p:cNvSpPr txBox="1">
            <a:spLocks noGrp="1"/>
          </p:cNvSpPr>
          <p:nvPr>
            <p:ph type="title"/>
          </p:nvPr>
        </p:nvSpPr>
        <p:spPr>
          <a:xfrm>
            <a:off x="2241425" y="129310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9" name="Google Shape;89;p9"/>
          <p:cNvSpPr txBox="1">
            <a:spLocks noGrp="1"/>
          </p:cNvSpPr>
          <p:nvPr>
            <p:ph type="subTitle" idx="1"/>
          </p:nvPr>
        </p:nvSpPr>
        <p:spPr>
          <a:xfrm>
            <a:off x="2241475" y="216860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90" name="Google Shape;90;p9"/>
          <p:cNvGrpSpPr/>
          <p:nvPr/>
        </p:nvGrpSpPr>
        <p:grpSpPr>
          <a:xfrm>
            <a:off x="-651212" y="-201934"/>
            <a:ext cx="10917193" cy="6170509"/>
            <a:chOff x="-651212" y="-201934"/>
            <a:chExt cx="10917193" cy="6170509"/>
          </a:xfrm>
        </p:grpSpPr>
        <p:pic>
          <p:nvPicPr>
            <p:cNvPr id="91" name="Google Shape;91;p9"/>
            <p:cNvPicPr preferRelativeResize="0"/>
            <p:nvPr/>
          </p:nvPicPr>
          <p:blipFill rotWithShape="1">
            <a:blip r:embed="rId2">
              <a:alphaModFix/>
            </a:blip>
            <a:srcRect l="3401" t="3401" r="3410" b="3410"/>
            <a:stretch/>
          </p:blipFill>
          <p:spPr>
            <a:xfrm>
              <a:off x="170874" y="3916575"/>
              <a:ext cx="2052000" cy="2052000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2" name="Google Shape;92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651212" y="2758600"/>
              <a:ext cx="1945575" cy="1945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104831" y="-201934"/>
              <a:ext cx="2161150" cy="21611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4" name="Google Shape;94;p9"/>
          <p:cNvGrpSpPr/>
          <p:nvPr/>
        </p:nvGrpSpPr>
        <p:grpSpPr>
          <a:xfrm>
            <a:off x="945073" y="3227667"/>
            <a:ext cx="1449163" cy="1449180"/>
            <a:chOff x="4819589" y="3574675"/>
            <a:chExt cx="872990" cy="873000"/>
          </a:xfrm>
        </p:grpSpPr>
        <p:pic>
          <p:nvPicPr>
            <p:cNvPr id="95" name="Google Shape;95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819589" y="3574675"/>
              <a:ext cx="872990" cy="873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" name="Google Shape;96;p9"/>
            <p:cNvSpPr/>
            <p:nvPr/>
          </p:nvSpPr>
          <p:spPr>
            <a:xfrm>
              <a:off x="4845500" y="3600525"/>
              <a:ext cx="821400" cy="821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0"/>
          <p:cNvSpPr txBox="1">
            <a:spLocks noGrp="1"/>
          </p:cNvSpPr>
          <p:nvPr>
            <p:ph type="title"/>
          </p:nvPr>
        </p:nvSpPr>
        <p:spPr>
          <a:xfrm>
            <a:off x="720000" y="4149450"/>
            <a:ext cx="7704000" cy="4590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11"/>
          <p:cNvGrpSpPr/>
          <p:nvPr/>
        </p:nvGrpSpPr>
        <p:grpSpPr>
          <a:xfrm>
            <a:off x="170874" y="-715500"/>
            <a:ext cx="10151481" cy="6684075"/>
            <a:chOff x="170874" y="-715500"/>
            <a:chExt cx="10151481" cy="6684075"/>
          </a:xfrm>
        </p:grpSpPr>
        <p:pic>
          <p:nvPicPr>
            <p:cNvPr id="102" name="Google Shape;102;p11"/>
            <p:cNvPicPr preferRelativeResize="0"/>
            <p:nvPr/>
          </p:nvPicPr>
          <p:blipFill rotWithShape="1">
            <a:blip r:embed="rId2">
              <a:alphaModFix/>
            </a:blip>
            <a:srcRect l="3401" t="3401" r="3410" b="3410"/>
            <a:stretch/>
          </p:blipFill>
          <p:spPr>
            <a:xfrm>
              <a:off x="170874" y="3916575"/>
              <a:ext cx="2052000" cy="2052000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3" name="Google Shape;103;p1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384763" y="-715500"/>
              <a:ext cx="1945575" cy="1945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" name="Google Shape;104;p1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161206" y="2296491"/>
              <a:ext cx="2161150" cy="21611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5" name="Google Shape;105;p11"/>
          <p:cNvGrpSpPr/>
          <p:nvPr/>
        </p:nvGrpSpPr>
        <p:grpSpPr>
          <a:xfrm>
            <a:off x="715094" y="-1582418"/>
            <a:ext cx="8300268" cy="6563814"/>
            <a:chOff x="715094" y="-1582418"/>
            <a:chExt cx="8300268" cy="6563814"/>
          </a:xfrm>
        </p:grpSpPr>
        <p:grpSp>
          <p:nvGrpSpPr>
            <p:cNvPr id="106" name="Google Shape;106;p11"/>
            <p:cNvGrpSpPr/>
            <p:nvPr/>
          </p:nvGrpSpPr>
          <p:grpSpPr>
            <a:xfrm>
              <a:off x="715094" y="268500"/>
              <a:ext cx="1224107" cy="1224208"/>
              <a:chOff x="4109629" y="2630250"/>
              <a:chExt cx="872990" cy="873000"/>
            </a:xfrm>
          </p:grpSpPr>
          <p:pic>
            <p:nvPicPr>
              <p:cNvPr id="107" name="Google Shape;107;p1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109629" y="2630250"/>
                <a:ext cx="872990" cy="873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8" name="Google Shape;108;p11"/>
              <p:cNvSpPr/>
              <p:nvPr/>
            </p:nvSpPr>
            <p:spPr>
              <a:xfrm>
                <a:off x="4135475" y="2656100"/>
                <a:ext cx="821400" cy="821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grpSp>
          <p:nvGrpSpPr>
            <p:cNvPr id="109" name="Google Shape;109;p11"/>
            <p:cNvGrpSpPr/>
            <p:nvPr/>
          </p:nvGrpSpPr>
          <p:grpSpPr>
            <a:xfrm>
              <a:off x="7566198" y="3532217"/>
              <a:ext cx="1449163" cy="1449180"/>
              <a:chOff x="4819589" y="3574675"/>
              <a:chExt cx="872990" cy="873000"/>
            </a:xfrm>
          </p:grpSpPr>
          <p:pic>
            <p:nvPicPr>
              <p:cNvPr id="110" name="Google Shape;110;p11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819589" y="3574675"/>
                <a:ext cx="872990" cy="873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1" name="Google Shape;111;p11"/>
              <p:cNvSpPr/>
              <p:nvPr/>
            </p:nvSpPr>
            <p:spPr>
              <a:xfrm>
                <a:off x="4845500" y="3600525"/>
                <a:ext cx="821400" cy="821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grpSp>
          <p:nvGrpSpPr>
            <p:cNvPr id="112" name="Google Shape;112;p11"/>
            <p:cNvGrpSpPr/>
            <p:nvPr/>
          </p:nvGrpSpPr>
          <p:grpSpPr>
            <a:xfrm>
              <a:off x="1566586" y="3854307"/>
              <a:ext cx="1095702" cy="1095702"/>
              <a:chOff x="3451421" y="3574675"/>
              <a:chExt cx="873000" cy="873000"/>
            </a:xfrm>
          </p:grpSpPr>
          <p:pic>
            <p:nvPicPr>
              <p:cNvPr id="113" name="Google Shape;113;p11"/>
              <p:cNvPicPr preferRelativeResize="0"/>
              <p:nvPr/>
            </p:nvPicPr>
            <p:blipFill rotWithShape="1">
              <a:blip r:embed="rId2">
                <a:alphaModFix/>
              </a:blip>
              <a:srcRect l="3401" t="3401" r="3410" b="3410"/>
              <a:stretch/>
            </p:blipFill>
            <p:spPr>
              <a:xfrm>
                <a:off x="3451421" y="3574675"/>
                <a:ext cx="873000" cy="873000"/>
              </a:xfrm>
              <a:prstGeom prst="ellipse">
                <a:avLst/>
              </a:prstGeom>
              <a:noFill/>
              <a:ln>
                <a:noFill/>
              </a:ln>
            </p:spPr>
          </p:pic>
          <p:sp>
            <p:nvSpPr>
              <p:cNvPr id="114" name="Google Shape;114;p11"/>
              <p:cNvSpPr/>
              <p:nvPr/>
            </p:nvSpPr>
            <p:spPr>
              <a:xfrm>
                <a:off x="3466288" y="3589525"/>
                <a:ext cx="843300" cy="843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grpSp>
          <p:nvGrpSpPr>
            <p:cNvPr id="115" name="Google Shape;115;p11"/>
            <p:cNvGrpSpPr/>
            <p:nvPr/>
          </p:nvGrpSpPr>
          <p:grpSpPr>
            <a:xfrm>
              <a:off x="5896317" y="-1582418"/>
              <a:ext cx="2022741" cy="2022741"/>
              <a:chOff x="5514717" y="2630250"/>
              <a:chExt cx="873000" cy="873000"/>
            </a:xfrm>
          </p:grpSpPr>
          <p:pic>
            <p:nvPicPr>
              <p:cNvPr id="116" name="Google Shape;116;p11"/>
              <p:cNvPicPr preferRelativeResize="0"/>
              <p:nvPr/>
            </p:nvPicPr>
            <p:blipFill rotWithShape="1">
              <a:blip r:embed="rId5">
                <a:alphaModFix/>
              </a:blip>
              <a:srcRect l="2606" t="2606" r="2606" b="2606"/>
              <a:stretch/>
            </p:blipFill>
            <p:spPr>
              <a:xfrm>
                <a:off x="5514717" y="2630250"/>
                <a:ext cx="873000" cy="873000"/>
              </a:xfrm>
              <a:prstGeom prst="ellipse">
                <a:avLst/>
              </a:prstGeom>
              <a:noFill/>
              <a:ln>
                <a:noFill/>
              </a:ln>
            </p:spPr>
          </p:pic>
          <p:sp>
            <p:nvSpPr>
              <p:cNvPr id="117" name="Google Shape;117;p11"/>
              <p:cNvSpPr/>
              <p:nvPr/>
            </p:nvSpPr>
            <p:spPr>
              <a:xfrm>
                <a:off x="5522554" y="2638048"/>
                <a:ext cx="857400" cy="857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</p:grpSp>
      <p:sp>
        <p:nvSpPr>
          <p:cNvPr id="118" name="Google Shape;118;p11"/>
          <p:cNvSpPr txBox="1">
            <a:spLocks noGrp="1"/>
          </p:cNvSpPr>
          <p:nvPr>
            <p:ph type="title" hasCustomPrompt="1"/>
          </p:nvPr>
        </p:nvSpPr>
        <p:spPr>
          <a:xfrm>
            <a:off x="901250" y="1791300"/>
            <a:ext cx="7341600" cy="115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19" name="Google Shape;119;p11"/>
          <p:cNvSpPr txBox="1">
            <a:spLocks noGrp="1"/>
          </p:cNvSpPr>
          <p:nvPr>
            <p:ph type="subTitle" idx="1"/>
          </p:nvPr>
        </p:nvSpPr>
        <p:spPr>
          <a:xfrm>
            <a:off x="901250" y="2947800"/>
            <a:ext cx="7341600" cy="40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60300" y="3989300"/>
            <a:ext cx="980925" cy="98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19025" y="118750"/>
            <a:ext cx="1856650" cy="1856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" name="Google Shape;124;p13"/>
          <p:cNvGrpSpPr/>
          <p:nvPr/>
        </p:nvGrpSpPr>
        <p:grpSpPr>
          <a:xfrm>
            <a:off x="8488618" y="2482546"/>
            <a:ext cx="1959426" cy="1959448"/>
            <a:chOff x="4109629" y="2630250"/>
            <a:chExt cx="872990" cy="873000"/>
          </a:xfrm>
        </p:grpSpPr>
        <p:pic>
          <p:nvPicPr>
            <p:cNvPr id="125" name="Google Shape;125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109629" y="2630250"/>
              <a:ext cx="872990" cy="873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" name="Google Shape;126;p13"/>
            <p:cNvSpPr/>
            <p:nvPr/>
          </p:nvSpPr>
          <p:spPr>
            <a:xfrm>
              <a:off x="4128845" y="2649466"/>
              <a:ext cx="834600" cy="834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sp>
        <p:nvSpPr>
          <p:cNvPr id="127" name="Google Shape;127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471925"/>
            <a:ext cx="13644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9" name="Google Shape;129;p13"/>
          <p:cNvSpPr txBox="1">
            <a:spLocks noGrp="1"/>
          </p:cNvSpPr>
          <p:nvPr>
            <p:ph type="title" idx="3" hasCustomPrompt="1"/>
          </p:nvPr>
        </p:nvSpPr>
        <p:spPr>
          <a:xfrm>
            <a:off x="720000" y="3238474"/>
            <a:ext cx="13644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0" name="Google Shape;130;p13"/>
          <p:cNvSpPr txBox="1">
            <a:spLocks noGrp="1"/>
          </p:cNvSpPr>
          <p:nvPr>
            <p:ph type="title" idx="4" hasCustomPrompt="1"/>
          </p:nvPr>
        </p:nvSpPr>
        <p:spPr>
          <a:xfrm>
            <a:off x="3419275" y="1471925"/>
            <a:ext cx="13644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1" name="Google Shape;131;p13"/>
          <p:cNvSpPr txBox="1">
            <a:spLocks noGrp="1"/>
          </p:cNvSpPr>
          <p:nvPr>
            <p:ph type="title" idx="5" hasCustomPrompt="1"/>
          </p:nvPr>
        </p:nvSpPr>
        <p:spPr>
          <a:xfrm>
            <a:off x="3419275" y="3238471"/>
            <a:ext cx="13644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2" name="Google Shape;132;p13"/>
          <p:cNvSpPr txBox="1">
            <a:spLocks noGrp="1"/>
          </p:cNvSpPr>
          <p:nvPr>
            <p:ph type="title" idx="6" hasCustomPrompt="1"/>
          </p:nvPr>
        </p:nvSpPr>
        <p:spPr>
          <a:xfrm>
            <a:off x="6118550" y="1471925"/>
            <a:ext cx="13644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3" name="Google Shape;133;p13"/>
          <p:cNvSpPr txBox="1">
            <a:spLocks noGrp="1"/>
          </p:cNvSpPr>
          <p:nvPr>
            <p:ph type="title" idx="7" hasCustomPrompt="1"/>
          </p:nvPr>
        </p:nvSpPr>
        <p:spPr>
          <a:xfrm>
            <a:off x="6118550" y="3238471"/>
            <a:ext cx="13644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4" name="Google Shape;134;p13"/>
          <p:cNvSpPr txBox="1">
            <a:spLocks noGrp="1"/>
          </p:cNvSpPr>
          <p:nvPr>
            <p:ph type="subTitle" idx="1"/>
          </p:nvPr>
        </p:nvSpPr>
        <p:spPr>
          <a:xfrm>
            <a:off x="720000" y="1975444"/>
            <a:ext cx="23562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16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8"/>
          </p:nvPr>
        </p:nvSpPr>
        <p:spPr>
          <a:xfrm>
            <a:off x="3419275" y="1975450"/>
            <a:ext cx="23055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16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136" name="Google Shape;136;p13"/>
          <p:cNvSpPr txBox="1">
            <a:spLocks noGrp="1"/>
          </p:cNvSpPr>
          <p:nvPr>
            <p:ph type="subTitle" idx="9"/>
          </p:nvPr>
        </p:nvSpPr>
        <p:spPr>
          <a:xfrm>
            <a:off x="6118550" y="1975450"/>
            <a:ext cx="23055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16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137" name="Google Shape;137;p13"/>
          <p:cNvSpPr txBox="1">
            <a:spLocks noGrp="1"/>
          </p:cNvSpPr>
          <p:nvPr>
            <p:ph type="subTitle" idx="13"/>
          </p:nvPr>
        </p:nvSpPr>
        <p:spPr>
          <a:xfrm>
            <a:off x="720000" y="3742125"/>
            <a:ext cx="23562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16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138" name="Google Shape;138;p13"/>
          <p:cNvSpPr txBox="1">
            <a:spLocks noGrp="1"/>
          </p:cNvSpPr>
          <p:nvPr>
            <p:ph type="subTitle" idx="14"/>
          </p:nvPr>
        </p:nvSpPr>
        <p:spPr>
          <a:xfrm>
            <a:off x="3419275" y="3742125"/>
            <a:ext cx="23055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16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139" name="Google Shape;139;p13"/>
          <p:cNvSpPr txBox="1">
            <a:spLocks noGrp="1"/>
          </p:cNvSpPr>
          <p:nvPr>
            <p:ph type="subTitle" idx="15"/>
          </p:nvPr>
        </p:nvSpPr>
        <p:spPr>
          <a:xfrm>
            <a:off x="6118550" y="3742125"/>
            <a:ext cx="23055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16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ichroma"/>
              <a:buNone/>
              <a:defRPr sz="2000" b="1"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oogle Shape;207;p19"/>
          <p:cNvGrpSpPr/>
          <p:nvPr/>
        </p:nvGrpSpPr>
        <p:grpSpPr>
          <a:xfrm>
            <a:off x="-421950" y="-172000"/>
            <a:ext cx="9980501" cy="5441972"/>
            <a:chOff x="-421950" y="-172000"/>
            <a:chExt cx="9980501" cy="5441972"/>
          </a:xfrm>
        </p:grpSpPr>
        <p:pic>
          <p:nvPicPr>
            <p:cNvPr id="208" name="Google Shape;208;p1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042625" y="-172000"/>
              <a:ext cx="642975" cy="643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9" name="Google Shape;209;p19"/>
            <p:cNvPicPr preferRelativeResize="0"/>
            <p:nvPr/>
          </p:nvPicPr>
          <p:blipFill rotWithShape="1">
            <a:blip r:embed="rId3">
              <a:alphaModFix/>
            </a:blip>
            <a:srcRect l="2606" t="2606" r="2606" b="2606"/>
            <a:stretch/>
          </p:blipFill>
          <p:spPr>
            <a:xfrm>
              <a:off x="8542152" y="411250"/>
              <a:ext cx="1016400" cy="1016400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210" name="Google Shape;210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421950" y="4203582"/>
              <a:ext cx="1066350" cy="106639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1" name="Google Shape;211;p19"/>
          <p:cNvGrpSpPr/>
          <p:nvPr/>
        </p:nvGrpSpPr>
        <p:grpSpPr>
          <a:xfrm>
            <a:off x="72139" y="3844194"/>
            <a:ext cx="642964" cy="642964"/>
            <a:chOff x="6919815" y="2656128"/>
            <a:chExt cx="873000" cy="873000"/>
          </a:xfrm>
        </p:grpSpPr>
        <p:pic>
          <p:nvPicPr>
            <p:cNvPr id="212" name="Google Shape;212;p19"/>
            <p:cNvPicPr preferRelativeResize="0"/>
            <p:nvPr/>
          </p:nvPicPr>
          <p:blipFill rotWithShape="1">
            <a:blip r:embed="rId2">
              <a:alphaModFix/>
            </a:blip>
            <a:srcRect l="2794" t="2794" r="2803" b="2803"/>
            <a:stretch/>
          </p:blipFill>
          <p:spPr>
            <a:xfrm>
              <a:off x="6919815" y="2656128"/>
              <a:ext cx="873000" cy="8730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213" name="Google Shape;213;p19"/>
            <p:cNvSpPr/>
            <p:nvPr/>
          </p:nvSpPr>
          <p:spPr>
            <a:xfrm>
              <a:off x="6942165" y="2672260"/>
              <a:ext cx="833700" cy="834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chivo"/>
                <a:ea typeface="Archivo"/>
                <a:cs typeface="Archivo"/>
                <a:sym typeface="Archivo"/>
              </a:endParaRPr>
            </a:p>
          </p:txBody>
        </p:sp>
      </p:grpSp>
      <p:sp>
        <p:nvSpPr>
          <p:cNvPr id="214" name="Google Shape;214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9"/>
          <p:cNvSpPr txBox="1">
            <a:spLocks noGrp="1"/>
          </p:cNvSpPr>
          <p:nvPr>
            <p:ph type="subTitle" idx="1"/>
          </p:nvPr>
        </p:nvSpPr>
        <p:spPr>
          <a:xfrm>
            <a:off x="2438338" y="1204150"/>
            <a:ext cx="4793400" cy="46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16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216" name="Google Shape;216;p19"/>
          <p:cNvSpPr txBox="1">
            <a:spLocks noGrp="1"/>
          </p:cNvSpPr>
          <p:nvPr>
            <p:ph type="subTitle" idx="2"/>
          </p:nvPr>
        </p:nvSpPr>
        <p:spPr>
          <a:xfrm>
            <a:off x="2438338" y="2363878"/>
            <a:ext cx="4793400" cy="46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16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217" name="Google Shape;217;p19"/>
          <p:cNvSpPr txBox="1">
            <a:spLocks noGrp="1"/>
          </p:cNvSpPr>
          <p:nvPr>
            <p:ph type="subTitle" idx="3"/>
          </p:nvPr>
        </p:nvSpPr>
        <p:spPr>
          <a:xfrm>
            <a:off x="2438338" y="3528247"/>
            <a:ext cx="4793400" cy="46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16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218" name="Google Shape;218;p19"/>
          <p:cNvSpPr txBox="1">
            <a:spLocks noGrp="1"/>
          </p:cNvSpPr>
          <p:nvPr>
            <p:ph type="subTitle" idx="4"/>
          </p:nvPr>
        </p:nvSpPr>
        <p:spPr>
          <a:xfrm>
            <a:off x="2438338" y="1640175"/>
            <a:ext cx="4793400" cy="6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19"/>
          <p:cNvSpPr txBox="1">
            <a:spLocks noGrp="1"/>
          </p:cNvSpPr>
          <p:nvPr>
            <p:ph type="subTitle" idx="5"/>
          </p:nvPr>
        </p:nvSpPr>
        <p:spPr>
          <a:xfrm>
            <a:off x="2438338" y="2799868"/>
            <a:ext cx="4793400" cy="6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19"/>
          <p:cNvSpPr txBox="1">
            <a:spLocks noGrp="1"/>
          </p:cNvSpPr>
          <p:nvPr>
            <p:ph type="subTitle" idx="6"/>
          </p:nvPr>
        </p:nvSpPr>
        <p:spPr>
          <a:xfrm>
            <a:off x="2438338" y="3968725"/>
            <a:ext cx="4793400" cy="62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oogle Shape;243;p21"/>
          <p:cNvGrpSpPr/>
          <p:nvPr/>
        </p:nvGrpSpPr>
        <p:grpSpPr>
          <a:xfrm>
            <a:off x="-582800" y="234175"/>
            <a:ext cx="10114524" cy="5101175"/>
            <a:chOff x="-582800" y="234175"/>
            <a:chExt cx="10114524" cy="5101175"/>
          </a:xfrm>
        </p:grpSpPr>
        <p:pic>
          <p:nvPicPr>
            <p:cNvPr id="244" name="Google Shape;244;p2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582800" y="234175"/>
              <a:ext cx="1219900" cy="1219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5" name="Google Shape;245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592299" y="4395905"/>
              <a:ext cx="939425" cy="9394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6" name="Google Shape;246;p21"/>
          <p:cNvGrpSpPr/>
          <p:nvPr/>
        </p:nvGrpSpPr>
        <p:grpSpPr>
          <a:xfrm>
            <a:off x="94293" y="-600280"/>
            <a:ext cx="8985543" cy="6672301"/>
            <a:chOff x="94293" y="-600280"/>
            <a:chExt cx="8985543" cy="6672301"/>
          </a:xfrm>
        </p:grpSpPr>
        <p:grpSp>
          <p:nvGrpSpPr>
            <p:cNvPr id="247" name="Google Shape;247;p21"/>
            <p:cNvGrpSpPr/>
            <p:nvPr/>
          </p:nvGrpSpPr>
          <p:grpSpPr>
            <a:xfrm>
              <a:off x="7777946" y="4770116"/>
              <a:ext cx="1301890" cy="1301905"/>
              <a:chOff x="6187747" y="3574675"/>
              <a:chExt cx="872990" cy="873000"/>
            </a:xfrm>
          </p:grpSpPr>
          <p:pic>
            <p:nvPicPr>
              <p:cNvPr id="248" name="Google Shape;248;p2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187747" y="3574675"/>
                <a:ext cx="872990" cy="873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9" name="Google Shape;249;p21"/>
              <p:cNvSpPr/>
              <p:nvPr/>
            </p:nvSpPr>
            <p:spPr>
              <a:xfrm>
                <a:off x="6215195" y="3601035"/>
                <a:ext cx="818100" cy="8202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grpSp>
          <p:nvGrpSpPr>
            <p:cNvPr id="250" name="Google Shape;250;p21"/>
            <p:cNvGrpSpPr/>
            <p:nvPr/>
          </p:nvGrpSpPr>
          <p:grpSpPr>
            <a:xfrm>
              <a:off x="94293" y="-291389"/>
              <a:ext cx="899442" cy="899452"/>
              <a:chOff x="4819589" y="3574675"/>
              <a:chExt cx="872990" cy="873000"/>
            </a:xfrm>
          </p:grpSpPr>
          <p:pic>
            <p:nvPicPr>
              <p:cNvPr id="251" name="Google Shape;251;p21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4819589" y="3574675"/>
                <a:ext cx="872990" cy="873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2" name="Google Shape;252;p21"/>
              <p:cNvSpPr/>
              <p:nvPr/>
            </p:nvSpPr>
            <p:spPr>
              <a:xfrm>
                <a:off x="4845500" y="3600525"/>
                <a:ext cx="821400" cy="821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grpSp>
          <p:nvGrpSpPr>
            <p:cNvPr id="253" name="Google Shape;253;p21"/>
            <p:cNvGrpSpPr/>
            <p:nvPr/>
          </p:nvGrpSpPr>
          <p:grpSpPr>
            <a:xfrm>
              <a:off x="7959187" y="-600280"/>
              <a:ext cx="939425" cy="939435"/>
              <a:chOff x="4109629" y="2630250"/>
              <a:chExt cx="872990" cy="873000"/>
            </a:xfrm>
          </p:grpSpPr>
          <p:pic>
            <p:nvPicPr>
              <p:cNvPr id="254" name="Google Shape;254;p21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109629" y="2630250"/>
                <a:ext cx="872990" cy="873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5" name="Google Shape;255;p21"/>
              <p:cNvSpPr/>
              <p:nvPr/>
            </p:nvSpPr>
            <p:spPr>
              <a:xfrm>
                <a:off x="4135475" y="2656100"/>
                <a:ext cx="821400" cy="821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</p:grpSp>
      <p:sp>
        <p:nvSpPr>
          <p:cNvPr id="256" name="Google Shape;256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21"/>
          <p:cNvSpPr txBox="1">
            <a:spLocks noGrp="1"/>
          </p:cNvSpPr>
          <p:nvPr>
            <p:ph type="subTitle" idx="1"/>
          </p:nvPr>
        </p:nvSpPr>
        <p:spPr>
          <a:xfrm>
            <a:off x="722575" y="1776338"/>
            <a:ext cx="25398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21"/>
          <p:cNvSpPr txBox="1">
            <a:spLocks noGrp="1"/>
          </p:cNvSpPr>
          <p:nvPr>
            <p:ph type="subTitle" idx="2"/>
          </p:nvPr>
        </p:nvSpPr>
        <p:spPr>
          <a:xfrm>
            <a:off x="3303890" y="1776338"/>
            <a:ext cx="25398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21"/>
          <p:cNvSpPr txBox="1">
            <a:spLocks noGrp="1"/>
          </p:cNvSpPr>
          <p:nvPr>
            <p:ph type="subTitle" idx="3"/>
          </p:nvPr>
        </p:nvSpPr>
        <p:spPr>
          <a:xfrm>
            <a:off x="5883593" y="1776338"/>
            <a:ext cx="25404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21"/>
          <p:cNvSpPr txBox="1">
            <a:spLocks noGrp="1"/>
          </p:cNvSpPr>
          <p:nvPr>
            <p:ph type="subTitle" idx="4"/>
          </p:nvPr>
        </p:nvSpPr>
        <p:spPr>
          <a:xfrm>
            <a:off x="722575" y="3496275"/>
            <a:ext cx="25398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21"/>
          <p:cNvSpPr txBox="1">
            <a:spLocks noGrp="1"/>
          </p:cNvSpPr>
          <p:nvPr>
            <p:ph type="subTitle" idx="5"/>
          </p:nvPr>
        </p:nvSpPr>
        <p:spPr>
          <a:xfrm>
            <a:off x="3303890" y="3496275"/>
            <a:ext cx="25398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21"/>
          <p:cNvSpPr txBox="1">
            <a:spLocks noGrp="1"/>
          </p:cNvSpPr>
          <p:nvPr>
            <p:ph type="subTitle" idx="6"/>
          </p:nvPr>
        </p:nvSpPr>
        <p:spPr>
          <a:xfrm>
            <a:off x="5883593" y="3496275"/>
            <a:ext cx="2540400" cy="105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21"/>
          <p:cNvSpPr txBox="1">
            <a:spLocks noGrp="1"/>
          </p:cNvSpPr>
          <p:nvPr>
            <p:ph type="subTitle" idx="7"/>
          </p:nvPr>
        </p:nvSpPr>
        <p:spPr>
          <a:xfrm>
            <a:off x="722575" y="1329725"/>
            <a:ext cx="2539800" cy="44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16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264" name="Google Shape;264;p21"/>
          <p:cNvSpPr txBox="1">
            <a:spLocks noGrp="1"/>
          </p:cNvSpPr>
          <p:nvPr>
            <p:ph type="subTitle" idx="8"/>
          </p:nvPr>
        </p:nvSpPr>
        <p:spPr>
          <a:xfrm>
            <a:off x="3303892" y="1329725"/>
            <a:ext cx="2539800" cy="44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16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265" name="Google Shape;265;p21"/>
          <p:cNvSpPr txBox="1">
            <a:spLocks noGrp="1"/>
          </p:cNvSpPr>
          <p:nvPr>
            <p:ph type="subTitle" idx="9"/>
          </p:nvPr>
        </p:nvSpPr>
        <p:spPr>
          <a:xfrm>
            <a:off x="5883598" y="1329725"/>
            <a:ext cx="2540400" cy="44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16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266" name="Google Shape;266;p21"/>
          <p:cNvSpPr txBox="1">
            <a:spLocks noGrp="1"/>
          </p:cNvSpPr>
          <p:nvPr>
            <p:ph type="subTitle" idx="13"/>
          </p:nvPr>
        </p:nvSpPr>
        <p:spPr>
          <a:xfrm>
            <a:off x="722575" y="3064125"/>
            <a:ext cx="2539800" cy="44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16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267" name="Google Shape;267;p21"/>
          <p:cNvSpPr txBox="1">
            <a:spLocks noGrp="1"/>
          </p:cNvSpPr>
          <p:nvPr>
            <p:ph type="subTitle" idx="14"/>
          </p:nvPr>
        </p:nvSpPr>
        <p:spPr>
          <a:xfrm>
            <a:off x="3302572" y="3064125"/>
            <a:ext cx="2539800" cy="44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16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268" name="Google Shape;268;p21"/>
          <p:cNvSpPr txBox="1">
            <a:spLocks noGrp="1"/>
          </p:cNvSpPr>
          <p:nvPr>
            <p:ph type="subTitle" idx="15"/>
          </p:nvPr>
        </p:nvSpPr>
        <p:spPr>
          <a:xfrm>
            <a:off x="5883901" y="3064125"/>
            <a:ext cx="2539800" cy="44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16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ichroma"/>
              <a:buNone/>
              <a:defRPr sz="24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Google Shape;292;p23"/>
          <p:cNvGrpSpPr/>
          <p:nvPr/>
        </p:nvGrpSpPr>
        <p:grpSpPr>
          <a:xfrm>
            <a:off x="589200" y="-590351"/>
            <a:ext cx="1560389" cy="6480282"/>
            <a:chOff x="589200" y="-590351"/>
            <a:chExt cx="1560389" cy="6480282"/>
          </a:xfrm>
        </p:grpSpPr>
        <p:grpSp>
          <p:nvGrpSpPr>
            <p:cNvPr id="293" name="Google Shape;293;p23"/>
            <p:cNvGrpSpPr/>
            <p:nvPr/>
          </p:nvGrpSpPr>
          <p:grpSpPr>
            <a:xfrm>
              <a:off x="589200" y="-590351"/>
              <a:ext cx="1560389" cy="1560408"/>
              <a:chOff x="1351185" y="2656117"/>
              <a:chExt cx="821257" cy="821268"/>
            </a:xfrm>
          </p:grpSpPr>
          <p:pic>
            <p:nvPicPr>
              <p:cNvPr id="294" name="Google Shape;294;p23"/>
              <p:cNvPicPr preferRelativeResize="0"/>
              <p:nvPr/>
            </p:nvPicPr>
            <p:blipFill>
              <a:blip r:embed="rId2">
                <a:alphaModFix/>
              </a:blip>
              <a:stretch>
                <a:fillRect/>
              </a:stretch>
            </p:blipFill>
            <p:spPr>
              <a:xfrm>
                <a:off x="1351185" y="2656117"/>
                <a:ext cx="821257" cy="82126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5" name="Google Shape;295;p23"/>
              <p:cNvSpPr/>
              <p:nvPr/>
            </p:nvSpPr>
            <p:spPr>
              <a:xfrm>
                <a:off x="1388300" y="2693250"/>
                <a:ext cx="747000" cy="74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grpSp>
          <p:nvGrpSpPr>
            <p:cNvPr id="296" name="Google Shape;296;p23"/>
            <p:cNvGrpSpPr/>
            <p:nvPr/>
          </p:nvGrpSpPr>
          <p:grpSpPr>
            <a:xfrm>
              <a:off x="865884" y="4885545"/>
              <a:ext cx="1004375" cy="1004387"/>
              <a:chOff x="7555905" y="3574675"/>
              <a:chExt cx="872990" cy="873000"/>
            </a:xfrm>
          </p:grpSpPr>
          <p:pic>
            <p:nvPicPr>
              <p:cNvPr id="297" name="Google Shape;297;p2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7555905" y="3574675"/>
                <a:ext cx="872990" cy="873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8" name="Google Shape;298;p23"/>
              <p:cNvSpPr/>
              <p:nvPr/>
            </p:nvSpPr>
            <p:spPr>
              <a:xfrm>
                <a:off x="7577525" y="3596300"/>
                <a:ext cx="830100" cy="830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</p:grpSp>
      <p:grpSp>
        <p:nvGrpSpPr>
          <p:cNvPr id="299" name="Google Shape;299;p23"/>
          <p:cNvGrpSpPr/>
          <p:nvPr/>
        </p:nvGrpSpPr>
        <p:grpSpPr>
          <a:xfrm>
            <a:off x="-859609" y="-1141088"/>
            <a:ext cx="10434934" cy="7031088"/>
            <a:chOff x="-859609" y="-1141088"/>
            <a:chExt cx="10434934" cy="7031088"/>
          </a:xfrm>
        </p:grpSpPr>
        <p:pic>
          <p:nvPicPr>
            <p:cNvPr id="300" name="Google Shape;300;p2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304472" y="3410692"/>
              <a:ext cx="821257" cy="8212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1" name="Google Shape;301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635690" y="-590350"/>
              <a:ext cx="872990" cy="873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2" name="Google Shape;302;p23"/>
            <p:cNvPicPr preferRelativeResize="0"/>
            <p:nvPr/>
          </p:nvPicPr>
          <p:blipFill rotWithShape="1">
            <a:blip r:embed="rId5">
              <a:alphaModFix/>
            </a:blip>
            <a:srcRect l="3401" t="3401" r="3410" b="3410"/>
            <a:stretch/>
          </p:blipFill>
          <p:spPr>
            <a:xfrm>
              <a:off x="7540124" y="3854800"/>
              <a:ext cx="2035200" cy="2035200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303" name="Google Shape;303;p23"/>
            <p:cNvPicPr preferRelativeResize="0"/>
            <p:nvPr/>
          </p:nvPicPr>
          <p:blipFill rotWithShape="1">
            <a:blip r:embed="rId6">
              <a:alphaModFix/>
            </a:blip>
            <a:srcRect l="2606" t="2606" r="2606" b="2606"/>
            <a:stretch/>
          </p:blipFill>
          <p:spPr>
            <a:xfrm>
              <a:off x="6741033" y="-1141088"/>
              <a:ext cx="1734300" cy="1734300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304" name="Google Shape;304;p2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-859609" y="198325"/>
              <a:ext cx="2520075" cy="25200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5" name="Google Shape;305;p23"/>
          <p:cNvGrpSpPr/>
          <p:nvPr/>
        </p:nvGrpSpPr>
        <p:grpSpPr>
          <a:xfrm>
            <a:off x="160296" y="198319"/>
            <a:ext cx="9335330" cy="3812349"/>
            <a:chOff x="160296" y="198319"/>
            <a:chExt cx="9335330" cy="3812349"/>
          </a:xfrm>
        </p:grpSpPr>
        <p:grpSp>
          <p:nvGrpSpPr>
            <p:cNvPr id="306" name="Google Shape;306;p23"/>
            <p:cNvGrpSpPr/>
            <p:nvPr/>
          </p:nvGrpSpPr>
          <p:grpSpPr>
            <a:xfrm>
              <a:off x="8393114" y="2908156"/>
              <a:ext cx="1102512" cy="1102512"/>
              <a:chOff x="6919815" y="2656128"/>
              <a:chExt cx="873000" cy="873000"/>
            </a:xfrm>
          </p:grpSpPr>
          <p:pic>
            <p:nvPicPr>
              <p:cNvPr id="307" name="Google Shape;307;p23"/>
              <p:cNvPicPr preferRelativeResize="0"/>
              <p:nvPr/>
            </p:nvPicPr>
            <p:blipFill rotWithShape="1">
              <a:blip r:embed="rId8">
                <a:alphaModFix/>
              </a:blip>
              <a:srcRect l="2794" t="2794" r="2803" b="2803"/>
              <a:stretch/>
            </p:blipFill>
            <p:spPr>
              <a:xfrm>
                <a:off x="6919815" y="2656128"/>
                <a:ext cx="873000" cy="873000"/>
              </a:xfrm>
              <a:prstGeom prst="ellipse">
                <a:avLst/>
              </a:prstGeom>
              <a:noFill/>
              <a:ln>
                <a:noFill/>
              </a:ln>
            </p:spPr>
          </p:pic>
          <p:sp>
            <p:nvSpPr>
              <p:cNvPr id="308" name="Google Shape;308;p23"/>
              <p:cNvSpPr/>
              <p:nvPr/>
            </p:nvSpPr>
            <p:spPr>
              <a:xfrm>
                <a:off x="6934350" y="2667600"/>
                <a:ext cx="843900" cy="8439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grpSp>
          <p:nvGrpSpPr>
            <p:cNvPr id="309" name="Google Shape;309;p23"/>
            <p:cNvGrpSpPr/>
            <p:nvPr/>
          </p:nvGrpSpPr>
          <p:grpSpPr>
            <a:xfrm>
              <a:off x="7877647" y="198319"/>
              <a:ext cx="1102499" cy="1102512"/>
              <a:chOff x="6187747" y="3574675"/>
              <a:chExt cx="872990" cy="873000"/>
            </a:xfrm>
          </p:grpSpPr>
          <p:pic>
            <p:nvPicPr>
              <p:cNvPr id="310" name="Google Shape;310;p23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6187747" y="3574675"/>
                <a:ext cx="872990" cy="873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11" name="Google Shape;311;p23"/>
              <p:cNvSpPr/>
              <p:nvPr/>
            </p:nvSpPr>
            <p:spPr>
              <a:xfrm>
                <a:off x="6216900" y="3603838"/>
                <a:ext cx="814800" cy="814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grpSp>
          <p:nvGrpSpPr>
            <p:cNvPr id="312" name="Google Shape;312;p23"/>
            <p:cNvGrpSpPr/>
            <p:nvPr/>
          </p:nvGrpSpPr>
          <p:grpSpPr>
            <a:xfrm>
              <a:off x="160296" y="2026607"/>
              <a:ext cx="1580199" cy="1580130"/>
              <a:chOff x="715105" y="3574675"/>
              <a:chExt cx="872990" cy="873000"/>
            </a:xfrm>
          </p:grpSpPr>
          <p:pic>
            <p:nvPicPr>
              <p:cNvPr id="313" name="Google Shape;313;p23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715105" y="3574675"/>
                <a:ext cx="872990" cy="873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14" name="Google Shape;314;p23"/>
              <p:cNvSpPr/>
              <p:nvPr/>
            </p:nvSpPr>
            <p:spPr>
              <a:xfrm>
                <a:off x="740924" y="3600500"/>
                <a:ext cx="821400" cy="821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oogle Shape;316;p24"/>
          <p:cNvGrpSpPr/>
          <p:nvPr/>
        </p:nvGrpSpPr>
        <p:grpSpPr>
          <a:xfrm>
            <a:off x="-296985" y="242847"/>
            <a:ext cx="10483711" cy="5110028"/>
            <a:chOff x="-296985" y="242847"/>
            <a:chExt cx="10483711" cy="5110028"/>
          </a:xfrm>
        </p:grpSpPr>
        <p:pic>
          <p:nvPicPr>
            <p:cNvPr id="317" name="Google Shape;317;p2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072215" y="728916"/>
              <a:ext cx="873000" cy="873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8" name="Google Shape;318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53438" y="4316500"/>
              <a:ext cx="1036375" cy="103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9" name="Google Shape;319;p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36451" y="728923"/>
              <a:ext cx="733025" cy="733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0" name="Google Shape;320;p2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-296985" y="1754216"/>
              <a:ext cx="2024150" cy="2024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1" name="Google Shape;321;p24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400074" y="242847"/>
              <a:ext cx="644750" cy="644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2" name="Google Shape;322;p24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546875" y="2011438"/>
              <a:ext cx="2639850" cy="26399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3" name="Google Shape;323;p24"/>
          <p:cNvGrpSpPr/>
          <p:nvPr/>
        </p:nvGrpSpPr>
        <p:grpSpPr>
          <a:xfrm>
            <a:off x="434597" y="-624051"/>
            <a:ext cx="8724353" cy="6440702"/>
            <a:chOff x="434597" y="-624051"/>
            <a:chExt cx="8724353" cy="6440702"/>
          </a:xfrm>
        </p:grpSpPr>
        <p:grpSp>
          <p:nvGrpSpPr>
            <p:cNvPr id="324" name="Google Shape;324;p24"/>
            <p:cNvGrpSpPr/>
            <p:nvPr/>
          </p:nvGrpSpPr>
          <p:grpSpPr>
            <a:xfrm>
              <a:off x="434597" y="-624038"/>
              <a:ext cx="1102512" cy="1102512"/>
              <a:chOff x="2704540" y="2630250"/>
              <a:chExt cx="873000" cy="873000"/>
            </a:xfrm>
          </p:grpSpPr>
          <p:pic>
            <p:nvPicPr>
              <p:cNvPr id="325" name="Google Shape;325;p24"/>
              <p:cNvPicPr preferRelativeResize="0"/>
              <p:nvPr/>
            </p:nvPicPr>
            <p:blipFill rotWithShape="1">
              <a:blip r:embed="rId8">
                <a:alphaModFix/>
              </a:blip>
              <a:srcRect l="3366" t="3366" r="3375" b="3375"/>
              <a:stretch/>
            </p:blipFill>
            <p:spPr>
              <a:xfrm>
                <a:off x="2704540" y="2630250"/>
                <a:ext cx="873000" cy="873000"/>
              </a:xfrm>
              <a:prstGeom prst="ellipse">
                <a:avLst/>
              </a:prstGeom>
              <a:noFill/>
              <a:ln>
                <a:noFill/>
              </a:ln>
            </p:spPr>
          </p:pic>
          <p:sp>
            <p:nvSpPr>
              <p:cNvPr id="326" name="Google Shape;326;p24"/>
              <p:cNvSpPr/>
              <p:nvPr/>
            </p:nvSpPr>
            <p:spPr>
              <a:xfrm>
                <a:off x="2720287" y="2646050"/>
                <a:ext cx="841500" cy="841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grpSp>
          <p:nvGrpSpPr>
            <p:cNvPr id="327" name="Google Shape;327;p24"/>
            <p:cNvGrpSpPr/>
            <p:nvPr/>
          </p:nvGrpSpPr>
          <p:grpSpPr>
            <a:xfrm>
              <a:off x="7731369" y="1055512"/>
              <a:ext cx="1102499" cy="1102512"/>
              <a:chOff x="4109629" y="2630250"/>
              <a:chExt cx="872990" cy="873000"/>
            </a:xfrm>
          </p:grpSpPr>
          <p:pic>
            <p:nvPicPr>
              <p:cNvPr id="328" name="Google Shape;328;p24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109629" y="2630250"/>
                <a:ext cx="872990" cy="873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9" name="Google Shape;329;p24"/>
              <p:cNvSpPr/>
              <p:nvPr/>
            </p:nvSpPr>
            <p:spPr>
              <a:xfrm>
                <a:off x="4135475" y="2656100"/>
                <a:ext cx="821400" cy="821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grpSp>
          <p:nvGrpSpPr>
            <p:cNvPr id="330" name="Google Shape;330;p24"/>
            <p:cNvGrpSpPr/>
            <p:nvPr/>
          </p:nvGrpSpPr>
          <p:grpSpPr>
            <a:xfrm>
              <a:off x="7844760" y="4714139"/>
              <a:ext cx="1102512" cy="1102512"/>
              <a:chOff x="5514717" y="2630250"/>
              <a:chExt cx="873000" cy="873000"/>
            </a:xfrm>
          </p:grpSpPr>
          <p:pic>
            <p:nvPicPr>
              <p:cNvPr id="331" name="Google Shape;331;p24"/>
              <p:cNvPicPr preferRelativeResize="0"/>
              <p:nvPr/>
            </p:nvPicPr>
            <p:blipFill rotWithShape="1">
              <a:blip r:embed="rId9">
                <a:alphaModFix/>
              </a:blip>
              <a:srcRect l="2606" t="2606" r="2606" b="2606"/>
              <a:stretch/>
            </p:blipFill>
            <p:spPr>
              <a:xfrm>
                <a:off x="5514717" y="2630250"/>
                <a:ext cx="873000" cy="873000"/>
              </a:xfrm>
              <a:prstGeom prst="ellipse">
                <a:avLst/>
              </a:prstGeom>
              <a:noFill/>
              <a:ln>
                <a:noFill/>
              </a:ln>
            </p:spPr>
          </p:pic>
          <p:sp>
            <p:nvSpPr>
              <p:cNvPr id="332" name="Google Shape;332;p24"/>
              <p:cNvSpPr/>
              <p:nvPr/>
            </p:nvSpPr>
            <p:spPr>
              <a:xfrm>
                <a:off x="5528263" y="2643763"/>
                <a:ext cx="846000" cy="846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grpSp>
          <p:nvGrpSpPr>
            <p:cNvPr id="333" name="Google Shape;333;p24"/>
            <p:cNvGrpSpPr/>
            <p:nvPr/>
          </p:nvGrpSpPr>
          <p:grpSpPr>
            <a:xfrm rot="10800000">
              <a:off x="869472" y="3504894"/>
              <a:ext cx="1102499" cy="1102512"/>
              <a:chOff x="4819589" y="3574675"/>
              <a:chExt cx="872990" cy="873000"/>
            </a:xfrm>
          </p:grpSpPr>
          <p:pic>
            <p:nvPicPr>
              <p:cNvPr id="334" name="Google Shape;334;p24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4819589" y="3574675"/>
                <a:ext cx="872990" cy="873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5" name="Google Shape;335;p24"/>
              <p:cNvSpPr/>
              <p:nvPr/>
            </p:nvSpPr>
            <p:spPr>
              <a:xfrm>
                <a:off x="4845500" y="3600525"/>
                <a:ext cx="821400" cy="8214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  <p:grpSp>
          <p:nvGrpSpPr>
            <p:cNvPr id="336" name="Google Shape;336;p24"/>
            <p:cNvGrpSpPr/>
            <p:nvPr/>
          </p:nvGrpSpPr>
          <p:grpSpPr>
            <a:xfrm>
              <a:off x="8285950" y="-624051"/>
              <a:ext cx="873000" cy="873000"/>
              <a:chOff x="3451421" y="3574675"/>
              <a:chExt cx="873000" cy="873000"/>
            </a:xfrm>
          </p:grpSpPr>
          <p:pic>
            <p:nvPicPr>
              <p:cNvPr id="337" name="Google Shape;337;p24"/>
              <p:cNvPicPr preferRelativeResize="0"/>
              <p:nvPr/>
            </p:nvPicPr>
            <p:blipFill rotWithShape="1">
              <a:blip r:embed="rId10">
                <a:alphaModFix/>
              </a:blip>
              <a:srcRect l="3401" t="3401" r="3410" b="3410"/>
              <a:stretch/>
            </p:blipFill>
            <p:spPr>
              <a:xfrm>
                <a:off x="3451421" y="3574675"/>
                <a:ext cx="873000" cy="873000"/>
              </a:xfrm>
              <a:prstGeom prst="ellipse">
                <a:avLst/>
              </a:prstGeom>
              <a:noFill/>
              <a:ln>
                <a:noFill/>
              </a:ln>
            </p:spPr>
          </p:pic>
          <p:sp>
            <p:nvSpPr>
              <p:cNvPr id="338" name="Google Shape;338;p24"/>
              <p:cNvSpPr/>
              <p:nvPr/>
            </p:nvSpPr>
            <p:spPr>
              <a:xfrm>
                <a:off x="3466288" y="3589525"/>
                <a:ext cx="843300" cy="843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●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4" r:id="rId4"/>
    <p:sldLayoutId id="2147483655" r:id="rId5"/>
    <p:sldLayoutId id="2147483656" r:id="rId6"/>
    <p:sldLayoutId id="2147483657" r:id="rId7"/>
    <p:sldLayoutId id="2147483659" r:id="rId8"/>
    <p:sldLayoutId id="2147483665" r:id="rId9"/>
    <p:sldLayoutId id="2147483667" r:id="rId10"/>
    <p:sldLayoutId id="2147483669" r:id="rId11"/>
    <p:sldLayoutId id="214748367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8"/>
          <p:cNvSpPr txBox="1">
            <a:spLocks noGrp="1"/>
          </p:cNvSpPr>
          <p:nvPr>
            <p:ph type="ctrTitle"/>
          </p:nvPr>
        </p:nvSpPr>
        <p:spPr>
          <a:xfrm>
            <a:off x="715099" y="863575"/>
            <a:ext cx="5038929" cy="213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Explanation of Backpropagation Algorithm</a:t>
            </a:r>
            <a:endParaRPr dirty="0"/>
          </a:p>
        </p:txBody>
      </p:sp>
      <p:sp>
        <p:nvSpPr>
          <p:cNvPr id="350" name="Google Shape;350;p28"/>
          <p:cNvSpPr txBox="1">
            <a:spLocks noGrp="1"/>
          </p:cNvSpPr>
          <p:nvPr>
            <p:ph type="subTitle" idx="1"/>
          </p:nvPr>
        </p:nvSpPr>
        <p:spPr>
          <a:xfrm>
            <a:off x="715100" y="3001375"/>
            <a:ext cx="44100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20127318 – Phan Trí Tài</a:t>
            </a:r>
            <a:endParaRPr dirty="0"/>
          </a:p>
        </p:txBody>
      </p:sp>
      <p:grpSp>
        <p:nvGrpSpPr>
          <p:cNvPr id="351" name="Google Shape;351;p28"/>
          <p:cNvGrpSpPr/>
          <p:nvPr/>
        </p:nvGrpSpPr>
        <p:grpSpPr>
          <a:xfrm>
            <a:off x="5155193" y="1772475"/>
            <a:ext cx="3610757" cy="3814450"/>
            <a:chOff x="5155193" y="1772475"/>
            <a:chExt cx="3610757" cy="3814450"/>
          </a:xfrm>
        </p:grpSpPr>
        <p:pic>
          <p:nvPicPr>
            <p:cNvPr id="352" name="Google Shape;352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493225" y="4605975"/>
              <a:ext cx="980925" cy="980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3" name="Google Shape;353;p2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286825" y="1772475"/>
              <a:ext cx="2479125" cy="24791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54" name="Google Shape;354;p28"/>
            <p:cNvGrpSpPr/>
            <p:nvPr/>
          </p:nvGrpSpPr>
          <p:grpSpPr>
            <a:xfrm>
              <a:off x="5155193" y="3291596"/>
              <a:ext cx="1959426" cy="1959448"/>
              <a:chOff x="4109629" y="2630250"/>
              <a:chExt cx="872990" cy="873000"/>
            </a:xfrm>
          </p:grpSpPr>
          <p:pic>
            <p:nvPicPr>
              <p:cNvPr id="355" name="Google Shape;355;p28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109629" y="2630250"/>
                <a:ext cx="872990" cy="873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56" name="Google Shape;356;p28"/>
              <p:cNvSpPr/>
              <p:nvPr/>
            </p:nvSpPr>
            <p:spPr>
              <a:xfrm>
                <a:off x="4130460" y="2651081"/>
                <a:ext cx="831600" cy="831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</p:grpSp>
      <p:cxnSp>
        <p:nvCxnSpPr>
          <p:cNvPr id="357" name="Google Shape;357;p28"/>
          <p:cNvCxnSpPr/>
          <p:nvPr/>
        </p:nvCxnSpPr>
        <p:spPr>
          <a:xfrm>
            <a:off x="-44000" y="3632950"/>
            <a:ext cx="340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372" name="Google Shape;372;p30"/>
          <p:cNvSpPr txBox="1">
            <a:spLocks noGrp="1"/>
          </p:cNvSpPr>
          <p:nvPr>
            <p:ph type="title" idx="2"/>
          </p:nvPr>
        </p:nvSpPr>
        <p:spPr>
          <a:xfrm>
            <a:off x="720000" y="1471925"/>
            <a:ext cx="13644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374" name="Google Shape;374;p30"/>
          <p:cNvSpPr txBox="1">
            <a:spLocks noGrp="1"/>
          </p:cNvSpPr>
          <p:nvPr>
            <p:ph type="title" idx="4"/>
          </p:nvPr>
        </p:nvSpPr>
        <p:spPr>
          <a:xfrm>
            <a:off x="4572000" y="1471925"/>
            <a:ext cx="13644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375" name="Google Shape;375;p30"/>
          <p:cNvSpPr txBox="1">
            <a:spLocks noGrp="1"/>
          </p:cNvSpPr>
          <p:nvPr>
            <p:ph type="title" idx="5"/>
          </p:nvPr>
        </p:nvSpPr>
        <p:spPr>
          <a:xfrm>
            <a:off x="4572000" y="3223940"/>
            <a:ext cx="13644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376" name="Google Shape;376;p30"/>
          <p:cNvSpPr txBox="1">
            <a:spLocks noGrp="1"/>
          </p:cNvSpPr>
          <p:nvPr>
            <p:ph type="title" idx="6"/>
          </p:nvPr>
        </p:nvSpPr>
        <p:spPr>
          <a:xfrm>
            <a:off x="720000" y="3223940"/>
            <a:ext cx="13644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378" name="Google Shape;378;p30"/>
          <p:cNvSpPr txBox="1">
            <a:spLocks noGrp="1"/>
          </p:cNvSpPr>
          <p:nvPr>
            <p:ph type="subTitle" idx="1"/>
          </p:nvPr>
        </p:nvSpPr>
        <p:spPr>
          <a:xfrm>
            <a:off x="720000" y="1975444"/>
            <a:ext cx="23562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Fundamental concepts</a:t>
            </a:r>
            <a:endParaRPr dirty="0"/>
          </a:p>
        </p:txBody>
      </p:sp>
      <p:sp>
        <p:nvSpPr>
          <p:cNvPr id="379" name="Google Shape;379;p30"/>
          <p:cNvSpPr txBox="1">
            <a:spLocks noGrp="1"/>
          </p:cNvSpPr>
          <p:nvPr>
            <p:ph type="subTitle" idx="8"/>
          </p:nvPr>
        </p:nvSpPr>
        <p:spPr>
          <a:xfrm>
            <a:off x="4572000" y="1975450"/>
            <a:ext cx="23055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Key steps</a:t>
            </a:r>
            <a:endParaRPr dirty="0"/>
          </a:p>
        </p:txBody>
      </p:sp>
      <p:sp>
        <p:nvSpPr>
          <p:cNvPr id="380" name="Google Shape;380;p30"/>
          <p:cNvSpPr txBox="1">
            <a:spLocks noGrp="1"/>
          </p:cNvSpPr>
          <p:nvPr>
            <p:ph type="subTitle" idx="9"/>
          </p:nvPr>
        </p:nvSpPr>
        <p:spPr>
          <a:xfrm>
            <a:off x="720000" y="3727465"/>
            <a:ext cx="23055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Essential mathematical formulas</a:t>
            </a:r>
          </a:p>
        </p:txBody>
      </p:sp>
      <p:sp>
        <p:nvSpPr>
          <p:cNvPr id="382" name="Google Shape;382;p30"/>
          <p:cNvSpPr txBox="1">
            <a:spLocks noGrp="1"/>
          </p:cNvSpPr>
          <p:nvPr>
            <p:ph type="subTitle" idx="14"/>
          </p:nvPr>
        </p:nvSpPr>
        <p:spPr>
          <a:xfrm>
            <a:off x="4572000" y="3727594"/>
            <a:ext cx="2305500" cy="6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dirty="0"/>
              <a:t>Accompanied by a simple example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2"/>
          <p:cNvSpPr txBox="1">
            <a:spLocks noGrp="1"/>
          </p:cNvSpPr>
          <p:nvPr>
            <p:ph type="title"/>
          </p:nvPr>
        </p:nvSpPr>
        <p:spPr>
          <a:xfrm>
            <a:off x="4572050" y="2229450"/>
            <a:ext cx="4571950" cy="146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Fundamental concepts</a:t>
            </a:r>
          </a:p>
        </p:txBody>
      </p:sp>
      <p:sp>
        <p:nvSpPr>
          <p:cNvPr id="401" name="Google Shape;401;p32"/>
          <p:cNvSpPr txBox="1">
            <a:spLocks noGrp="1"/>
          </p:cNvSpPr>
          <p:nvPr>
            <p:ph type="title" idx="2"/>
          </p:nvPr>
        </p:nvSpPr>
        <p:spPr>
          <a:xfrm>
            <a:off x="6956376" y="1453350"/>
            <a:ext cx="1472400" cy="77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402" name="Google Shape;402;p32"/>
          <p:cNvGrpSpPr/>
          <p:nvPr/>
        </p:nvGrpSpPr>
        <p:grpSpPr>
          <a:xfrm>
            <a:off x="998924" y="341050"/>
            <a:ext cx="3277476" cy="4461401"/>
            <a:chOff x="998924" y="341050"/>
            <a:chExt cx="3277476" cy="4461401"/>
          </a:xfrm>
        </p:grpSpPr>
        <p:pic>
          <p:nvPicPr>
            <p:cNvPr id="403" name="Google Shape;403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78325" y="341050"/>
              <a:ext cx="1132700" cy="1132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4" name="Google Shape;40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98924" y="1030975"/>
              <a:ext cx="3212100" cy="32121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05" name="Google Shape;405;p32"/>
            <p:cNvGrpSpPr/>
            <p:nvPr/>
          </p:nvGrpSpPr>
          <p:grpSpPr>
            <a:xfrm>
              <a:off x="2606876" y="3132925"/>
              <a:ext cx="1669525" cy="1669525"/>
              <a:chOff x="2704540" y="2630250"/>
              <a:chExt cx="873000" cy="873000"/>
            </a:xfrm>
          </p:grpSpPr>
          <p:pic>
            <p:nvPicPr>
              <p:cNvPr id="406" name="Google Shape;406;p32"/>
              <p:cNvPicPr preferRelativeResize="0"/>
              <p:nvPr/>
            </p:nvPicPr>
            <p:blipFill rotWithShape="1">
              <a:blip r:embed="rId4">
                <a:alphaModFix/>
              </a:blip>
              <a:srcRect l="3366" t="3366" r="3375" b="3375"/>
              <a:stretch/>
            </p:blipFill>
            <p:spPr>
              <a:xfrm>
                <a:off x="2704540" y="2630250"/>
                <a:ext cx="873000" cy="873000"/>
              </a:xfrm>
              <a:prstGeom prst="ellipse">
                <a:avLst/>
              </a:prstGeom>
              <a:noFill/>
              <a:ln>
                <a:noFill/>
              </a:ln>
            </p:spPr>
          </p:pic>
          <p:sp>
            <p:nvSpPr>
              <p:cNvPr id="407" name="Google Shape;407;p32"/>
              <p:cNvSpPr/>
              <p:nvPr/>
            </p:nvSpPr>
            <p:spPr>
              <a:xfrm>
                <a:off x="2720287" y="2646050"/>
                <a:ext cx="841500" cy="841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44"/>
          <p:cNvSpPr txBox="1">
            <a:spLocks noGrp="1"/>
          </p:cNvSpPr>
          <p:nvPr>
            <p:ph type="title"/>
          </p:nvPr>
        </p:nvSpPr>
        <p:spPr>
          <a:xfrm>
            <a:off x="719999" y="236869"/>
            <a:ext cx="7704000" cy="90055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Backpropagation is an iterative algorithm, that helps to minimize the cost function by determining which weights and biases should be adjusted.</a:t>
            </a:r>
          </a:p>
        </p:txBody>
      </p:sp>
      <p:pic>
        <p:nvPicPr>
          <p:cNvPr id="1028" name="Picture 4" descr="Feedforward vs Backpropagation ANN">
            <a:extLst>
              <a:ext uri="{FF2B5EF4-FFF2-40B4-BE49-F238E27FC236}">
                <a16:creationId xmlns:a16="http://schemas.microsoft.com/office/drawing/2014/main" id="{1B9AEB02-92DE-530E-F52D-BC764206D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035" y="1231990"/>
            <a:ext cx="5253930" cy="3760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2"/>
          <p:cNvSpPr txBox="1">
            <a:spLocks noGrp="1"/>
          </p:cNvSpPr>
          <p:nvPr>
            <p:ph type="title"/>
          </p:nvPr>
        </p:nvSpPr>
        <p:spPr>
          <a:xfrm>
            <a:off x="4572050" y="2229450"/>
            <a:ext cx="4571950" cy="146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Key steps</a:t>
            </a:r>
          </a:p>
        </p:txBody>
      </p:sp>
      <p:sp>
        <p:nvSpPr>
          <p:cNvPr id="401" name="Google Shape;401;p32"/>
          <p:cNvSpPr txBox="1">
            <a:spLocks noGrp="1"/>
          </p:cNvSpPr>
          <p:nvPr>
            <p:ph type="title" idx="2"/>
          </p:nvPr>
        </p:nvSpPr>
        <p:spPr>
          <a:xfrm>
            <a:off x="6956376" y="1453350"/>
            <a:ext cx="1472400" cy="77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402" name="Google Shape;402;p32"/>
          <p:cNvGrpSpPr/>
          <p:nvPr/>
        </p:nvGrpSpPr>
        <p:grpSpPr>
          <a:xfrm>
            <a:off x="998924" y="341050"/>
            <a:ext cx="3277476" cy="4461401"/>
            <a:chOff x="998924" y="341050"/>
            <a:chExt cx="3277476" cy="4461401"/>
          </a:xfrm>
        </p:grpSpPr>
        <p:pic>
          <p:nvPicPr>
            <p:cNvPr id="403" name="Google Shape;403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78325" y="341050"/>
              <a:ext cx="1132700" cy="1132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4" name="Google Shape;40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98924" y="1030975"/>
              <a:ext cx="3212100" cy="32121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05" name="Google Shape;405;p32"/>
            <p:cNvGrpSpPr/>
            <p:nvPr/>
          </p:nvGrpSpPr>
          <p:grpSpPr>
            <a:xfrm>
              <a:off x="2606876" y="3132925"/>
              <a:ext cx="1669525" cy="1669525"/>
              <a:chOff x="2704540" y="2630250"/>
              <a:chExt cx="873000" cy="873000"/>
            </a:xfrm>
          </p:grpSpPr>
          <p:pic>
            <p:nvPicPr>
              <p:cNvPr id="406" name="Google Shape;406;p32"/>
              <p:cNvPicPr preferRelativeResize="0"/>
              <p:nvPr/>
            </p:nvPicPr>
            <p:blipFill rotWithShape="1">
              <a:blip r:embed="rId4">
                <a:alphaModFix/>
              </a:blip>
              <a:srcRect l="3366" t="3366" r="3375" b="3375"/>
              <a:stretch/>
            </p:blipFill>
            <p:spPr>
              <a:xfrm>
                <a:off x="2704540" y="2630250"/>
                <a:ext cx="873000" cy="873000"/>
              </a:xfrm>
              <a:prstGeom prst="ellipse">
                <a:avLst/>
              </a:prstGeom>
              <a:noFill/>
              <a:ln>
                <a:noFill/>
              </a:ln>
            </p:spPr>
          </p:pic>
          <p:sp>
            <p:nvSpPr>
              <p:cNvPr id="407" name="Google Shape;407;p32"/>
              <p:cNvSpPr/>
              <p:nvPr/>
            </p:nvSpPr>
            <p:spPr>
              <a:xfrm>
                <a:off x="2720287" y="2646050"/>
                <a:ext cx="841500" cy="841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04722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4"/>
          <p:cNvSpPr txBox="1">
            <a:spLocks noGrp="1"/>
          </p:cNvSpPr>
          <p:nvPr>
            <p:ph type="subTitle" idx="1"/>
          </p:nvPr>
        </p:nvSpPr>
        <p:spPr>
          <a:xfrm>
            <a:off x="2438338" y="1448192"/>
            <a:ext cx="4793400" cy="46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Two inputs X1 and X2</a:t>
            </a:r>
          </a:p>
        </p:txBody>
      </p:sp>
      <p:sp>
        <p:nvSpPr>
          <p:cNvPr id="580" name="Google Shape;580;p44"/>
          <p:cNvSpPr txBox="1">
            <a:spLocks noGrp="1"/>
          </p:cNvSpPr>
          <p:nvPr>
            <p:ph type="subTitle" idx="2"/>
          </p:nvPr>
        </p:nvSpPr>
        <p:spPr>
          <a:xfrm>
            <a:off x="2438338" y="2778971"/>
            <a:ext cx="5166794" cy="46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Two hidden layers N1X and N2X, where X takes the values of 1, 2 and 3</a:t>
            </a:r>
          </a:p>
        </p:txBody>
      </p:sp>
      <p:sp>
        <p:nvSpPr>
          <p:cNvPr id="581" name="Google Shape;581;p44"/>
          <p:cNvSpPr txBox="1">
            <a:spLocks noGrp="1"/>
          </p:cNvSpPr>
          <p:nvPr>
            <p:ph type="subTitle" idx="3"/>
          </p:nvPr>
        </p:nvSpPr>
        <p:spPr>
          <a:xfrm>
            <a:off x="2438338" y="3863328"/>
            <a:ext cx="4793400" cy="46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One output layer</a:t>
            </a:r>
          </a:p>
        </p:txBody>
      </p:sp>
      <p:sp>
        <p:nvSpPr>
          <p:cNvPr id="584" name="Google Shape;584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Illustration of the backpropagation algorithm</a:t>
            </a:r>
          </a:p>
        </p:txBody>
      </p:sp>
      <p:sp>
        <p:nvSpPr>
          <p:cNvPr id="586" name="Google Shape;586;p44"/>
          <p:cNvSpPr/>
          <p:nvPr/>
        </p:nvSpPr>
        <p:spPr>
          <a:xfrm>
            <a:off x="1913388" y="1452011"/>
            <a:ext cx="405523" cy="369594"/>
          </a:xfrm>
          <a:custGeom>
            <a:avLst/>
            <a:gdLst/>
            <a:ahLst/>
            <a:cxnLst/>
            <a:rect l="l" t="t" r="r" b="b"/>
            <a:pathLst>
              <a:path w="688" h="626" extrusionOk="0">
                <a:moveTo>
                  <a:pt x="260" y="200"/>
                </a:moveTo>
                <a:cubicBezTo>
                  <a:pt x="252" y="208"/>
                  <a:pt x="252" y="221"/>
                  <a:pt x="260" y="229"/>
                </a:cubicBezTo>
                <a:cubicBezTo>
                  <a:pt x="267" y="237"/>
                  <a:pt x="280" y="237"/>
                  <a:pt x="288" y="229"/>
                </a:cubicBezTo>
                <a:cubicBezTo>
                  <a:pt x="296" y="221"/>
                  <a:pt x="309" y="221"/>
                  <a:pt x="317" y="229"/>
                </a:cubicBezTo>
                <a:cubicBezTo>
                  <a:pt x="324" y="237"/>
                  <a:pt x="337" y="237"/>
                  <a:pt x="345" y="229"/>
                </a:cubicBezTo>
                <a:cubicBezTo>
                  <a:pt x="353" y="221"/>
                  <a:pt x="353" y="208"/>
                  <a:pt x="345" y="200"/>
                </a:cubicBezTo>
                <a:cubicBezTo>
                  <a:pt x="321" y="177"/>
                  <a:pt x="283" y="177"/>
                  <a:pt x="260" y="200"/>
                </a:cubicBezTo>
                <a:close/>
                <a:moveTo>
                  <a:pt x="174" y="115"/>
                </a:moveTo>
                <a:cubicBezTo>
                  <a:pt x="245" y="44"/>
                  <a:pt x="360" y="44"/>
                  <a:pt x="431" y="115"/>
                </a:cubicBezTo>
                <a:cubicBezTo>
                  <a:pt x="438" y="123"/>
                  <a:pt x="451" y="123"/>
                  <a:pt x="459" y="115"/>
                </a:cubicBezTo>
                <a:cubicBezTo>
                  <a:pt x="467" y="107"/>
                  <a:pt x="467" y="94"/>
                  <a:pt x="459" y="86"/>
                </a:cubicBezTo>
                <a:cubicBezTo>
                  <a:pt x="373" y="0"/>
                  <a:pt x="232" y="0"/>
                  <a:pt x="146" y="86"/>
                </a:cubicBezTo>
                <a:cubicBezTo>
                  <a:pt x="138" y="94"/>
                  <a:pt x="138" y="107"/>
                  <a:pt x="146" y="115"/>
                </a:cubicBezTo>
                <a:cubicBezTo>
                  <a:pt x="153" y="123"/>
                  <a:pt x="166" y="123"/>
                  <a:pt x="174" y="115"/>
                </a:cubicBezTo>
                <a:close/>
                <a:moveTo>
                  <a:pt x="402" y="172"/>
                </a:moveTo>
                <a:cubicBezTo>
                  <a:pt x="410" y="164"/>
                  <a:pt x="410" y="151"/>
                  <a:pt x="402" y="143"/>
                </a:cubicBezTo>
                <a:cubicBezTo>
                  <a:pt x="347" y="88"/>
                  <a:pt x="258" y="88"/>
                  <a:pt x="203" y="143"/>
                </a:cubicBezTo>
                <a:cubicBezTo>
                  <a:pt x="195" y="151"/>
                  <a:pt x="195" y="164"/>
                  <a:pt x="203" y="172"/>
                </a:cubicBezTo>
                <a:cubicBezTo>
                  <a:pt x="210" y="180"/>
                  <a:pt x="223" y="180"/>
                  <a:pt x="231" y="172"/>
                </a:cubicBezTo>
                <a:cubicBezTo>
                  <a:pt x="270" y="133"/>
                  <a:pt x="334" y="133"/>
                  <a:pt x="374" y="172"/>
                </a:cubicBezTo>
                <a:cubicBezTo>
                  <a:pt x="381" y="180"/>
                  <a:pt x="394" y="180"/>
                  <a:pt x="402" y="172"/>
                </a:cubicBezTo>
                <a:close/>
                <a:moveTo>
                  <a:pt x="676" y="306"/>
                </a:moveTo>
                <a:cubicBezTo>
                  <a:pt x="668" y="302"/>
                  <a:pt x="659" y="304"/>
                  <a:pt x="654" y="310"/>
                </a:cubicBezTo>
                <a:cubicBezTo>
                  <a:pt x="605" y="357"/>
                  <a:pt x="605" y="357"/>
                  <a:pt x="605" y="357"/>
                </a:cubicBezTo>
                <a:cubicBezTo>
                  <a:pt x="605" y="284"/>
                  <a:pt x="605" y="284"/>
                  <a:pt x="605" y="284"/>
                </a:cubicBezTo>
                <a:cubicBezTo>
                  <a:pt x="605" y="273"/>
                  <a:pt x="596" y="264"/>
                  <a:pt x="584" y="264"/>
                </a:cubicBezTo>
                <a:cubicBezTo>
                  <a:pt x="20" y="264"/>
                  <a:pt x="20" y="264"/>
                  <a:pt x="20" y="264"/>
                </a:cubicBezTo>
                <a:cubicBezTo>
                  <a:pt x="9" y="264"/>
                  <a:pt x="0" y="273"/>
                  <a:pt x="0" y="284"/>
                </a:cubicBezTo>
                <a:cubicBezTo>
                  <a:pt x="0" y="606"/>
                  <a:pt x="0" y="606"/>
                  <a:pt x="0" y="606"/>
                </a:cubicBezTo>
                <a:cubicBezTo>
                  <a:pt x="0" y="617"/>
                  <a:pt x="9" y="626"/>
                  <a:pt x="20" y="626"/>
                </a:cubicBezTo>
                <a:cubicBezTo>
                  <a:pt x="584" y="626"/>
                  <a:pt x="584" y="626"/>
                  <a:pt x="584" y="626"/>
                </a:cubicBezTo>
                <a:cubicBezTo>
                  <a:pt x="596" y="626"/>
                  <a:pt x="605" y="617"/>
                  <a:pt x="605" y="606"/>
                </a:cubicBezTo>
                <a:cubicBezTo>
                  <a:pt x="605" y="533"/>
                  <a:pt x="605" y="533"/>
                  <a:pt x="605" y="533"/>
                </a:cubicBezTo>
                <a:cubicBezTo>
                  <a:pt x="654" y="580"/>
                  <a:pt x="654" y="580"/>
                  <a:pt x="654" y="580"/>
                </a:cubicBezTo>
                <a:cubicBezTo>
                  <a:pt x="660" y="587"/>
                  <a:pt x="670" y="588"/>
                  <a:pt x="679" y="583"/>
                </a:cubicBezTo>
                <a:cubicBezTo>
                  <a:pt x="684" y="579"/>
                  <a:pt x="688" y="572"/>
                  <a:pt x="688" y="565"/>
                </a:cubicBezTo>
                <a:cubicBezTo>
                  <a:pt x="688" y="324"/>
                  <a:pt x="688" y="324"/>
                  <a:pt x="688" y="324"/>
                </a:cubicBezTo>
                <a:cubicBezTo>
                  <a:pt x="688" y="316"/>
                  <a:pt x="683" y="309"/>
                  <a:pt x="676" y="306"/>
                </a:cubicBezTo>
                <a:close/>
                <a:moveTo>
                  <a:pt x="564" y="586"/>
                </a:moveTo>
                <a:cubicBezTo>
                  <a:pt x="40" y="586"/>
                  <a:pt x="40" y="586"/>
                  <a:pt x="40" y="586"/>
                </a:cubicBezTo>
                <a:cubicBezTo>
                  <a:pt x="40" y="304"/>
                  <a:pt x="40" y="304"/>
                  <a:pt x="40" y="304"/>
                </a:cubicBezTo>
                <a:cubicBezTo>
                  <a:pt x="564" y="304"/>
                  <a:pt x="564" y="304"/>
                  <a:pt x="564" y="304"/>
                </a:cubicBezTo>
                <a:lnTo>
                  <a:pt x="564" y="586"/>
                </a:lnTo>
                <a:close/>
                <a:moveTo>
                  <a:pt x="648" y="518"/>
                </a:moveTo>
                <a:cubicBezTo>
                  <a:pt x="605" y="476"/>
                  <a:pt x="605" y="476"/>
                  <a:pt x="605" y="476"/>
                </a:cubicBezTo>
                <a:cubicBezTo>
                  <a:pt x="605" y="413"/>
                  <a:pt x="605" y="413"/>
                  <a:pt x="605" y="413"/>
                </a:cubicBezTo>
                <a:cubicBezTo>
                  <a:pt x="648" y="371"/>
                  <a:pt x="648" y="371"/>
                  <a:pt x="648" y="371"/>
                </a:cubicBezTo>
                <a:lnTo>
                  <a:pt x="648" y="518"/>
                </a:lnTo>
                <a:close/>
                <a:moveTo>
                  <a:pt x="383" y="546"/>
                </a:moveTo>
                <a:cubicBezTo>
                  <a:pt x="463" y="546"/>
                  <a:pt x="463" y="546"/>
                  <a:pt x="463" y="546"/>
                </a:cubicBezTo>
                <a:cubicBezTo>
                  <a:pt x="475" y="546"/>
                  <a:pt x="484" y="537"/>
                  <a:pt x="484" y="526"/>
                </a:cubicBezTo>
                <a:cubicBezTo>
                  <a:pt x="484" y="445"/>
                  <a:pt x="484" y="445"/>
                  <a:pt x="484" y="445"/>
                </a:cubicBezTo>
                <a:cubicBezTo>
                  <a:pt x="484" y="434"/>
                  <a:pt x="475" y="425"/>
                  <a:pt x="463" y="425"/>
                </a:cubicBezTo>
                <a:cubicBezTo>
                  <a:pt x="424" y="425"/>
                  <a:pt x="424" y="425"/>
                  <a:pt x="424" y="425"/>
                </a:cubicBezTo>
                <a:cubicBezTo>
                  <a:pt x="413" y="425"/>
                  <a:pt x="404" y="432"/>
                  <a:pt x="403" y="443"/>
                </a:cubicBezTo>
                <a:cubicBezTo>
                  <a:pt x="402" y="455"/>
                  <a:pt x="411" y="465"/>
                  <a:pt x="423" y="465"/>
                </a:cubicBezTo>
                <a:cubicBezTo>
                  <a:pt x="443" y="465"/>
                  <a:pt x="443" y="465"/>
                  <a:pt x="443" y="465"/>
                </a:cubicBezTo>
                <a:cubicBezTo>
                  <a:pt x="443" y="505"/>
                  <a:pt x="443" y="505"/>
                  <a:pt x="443" y="505"/>
                </a:cubicBezTo>
                <a:cubicBezTo>
                  <a:pt x="383" y="505"/>
                  <a:pt x="383" y="505"/>
                  <a:pt x="383" y="505"/>
                </a:cubicBezTo>
                <a:cubicBezTo>
                  <a:pt x="372" y="505"/>
                  <a:pt x="363" y="496"/>
                  <a:pt x="363" y="485"/>
                </a:cubicBezTo>
                <a:cubicBezTo>
                  <a:pt x="363" y="405"/>
                  <a:pt x="363" y="405"/>
                  <a:pt x="363" y="405"/>
                </a:cubicBezTo>
                <a:cubicBezTo>
                  <a:pt x="363" y="394"/>
                  <a:pt x="372" y="385"/>
                  <a:pt x="383" y="385"/>
                </a:cubicBezTo>
                <a:cubicBezTo>
                  <a:pt x="463" y="385"/>
                  <a:pt x="463" y="385"/>
                  <a:pt x="463" y="385"/>
                </a:cubicBezTo>
                <a:cubicBezTo>
                  <a:pt x="473" y="385"/>
                  <a:pt x="482" y="377"/>
                  <a:pt x="484" y="367"/>
                </a:cubicBezTo>
                <a:cubicBezTo>
                  <a:pt x="485" y="355"/>
                  <a:pt x="475" y="344"/>
                  <a:pt x="463" y="344"/>
                </a:cubicBezTo>
                <a:cubicBezTo>
                  <a:pt x="383" y="344"/>
                  <a:pt x="383" y="344"/>
                  <a:pt x="383" y="344"/>
                </a:cubicBezTo>
                <a:cubicBezTo>
                  <a:pt x="349" y="344"/>
                  <a:pt x="322" y="371"/>
                  <a:pt x="322" y="405"/>
                </a:cubicBezTo>
                <a:cubicBezTo>
                  <a:pt x="322" y="485"/>
                  <a:pt x="322" y="485"/>
                  <a:pt x="322" y="485"/>
                </a:cubicBezTo>
                <a:cubicBezTo>
                  <a:pt x="322" y="519"/>
                  <a:pt x="349" y="546"/>
                  <a:pt x="383" y="546"/>
                </a:cubicBezTo>
                <a:close/>
                <a:moveTo>
                  <a:pt x="222" y="505"/>
                </a:moveTo>
                <a:cubicBezTo>
                  <a:pt x="142" y="505"/>
                  <a:pt x="142" y="505"/>
                  <a:pt x="142" y="505"/>
                </a:cubicBezTo>
                <a:cubicBezTo>
                  <a:pt x="131" y="505"/>
                  <a:pt x="122" y="513"/>
                  <a:pt x="121" y="523"/>
                </a:cubicBezTo>
                <a:cubicBezTo>
                  <a:pt x="120" y="536"/>
                  <a:pt x="129" y="546"/>
                  <a:pt x="141" y="546"/>
                </a:cubicBezTo>
                <a:cubicBezTo>
                  <a:pt x="221" y="546"/>
                  <a:pt x="221" y="546"/>
                  <a:pt x="221" y="546"/>
                </a:cubicBezTo>
                <a:cubicBezTo>
                  <a:pt x="252" y="546"/>
                  <a:pt x="280" y="520"/>
                  <a:pt x="282" y="489"/>
                </a:cubicBezTo>
                <a:cubicBezTo>
                  <a:pt x="284" y="454"/>
                  <a:pt x="256" y="425"/>
                  <a:pt x="222" y="425"/>
                </a:cubicBezTo>
                <a:cubicBezTo>
                  <a:pt x="161" y="425"/>
                  <a:pt x="161" y="425"/>
                  <a:pt x="161" y="425"/>
                </a:cubicBezTo>
                <a:cubicBezTo>
                  <a:pt x="161" y="385"/>
                  <a:pt x="161" y="385"/>
                  <a:pt x="161" y="385"/>
                </a:cubicBezTo>
                <a:cubicBezTo>
                  <a:pt x="261" y="385"/>
                  <a:pt x="261" y="385"/>
                  <a:pt x="261" y="385"/>
                </a:cubicBezTo>
                <a:cubicBezTo>
                  <a:pt x="272" y="385"/>
                  <a:pt x="281" y="377"/>
                  <a:pt x="282" y="367"/>
                </a:cubicBezTo>
                <a:cubicBezTo>
                  <a:pt x="283" y="355"/>
                  <a:pt x="274" y="344"/>
                  <a:pt x="262" y="344"/>
                </a:cubicBezTo>
                <a:cubicBezTo>
                  <a:pt x="141" y="344"/>
                  <a:pt x="141" y="344"/>
                  <a:pt x="141" y="344"/>
                </a:cubicBezTo>
                <a:cubicBezTo>
                  <a:pt x="130" y="344"/>
                  <a:pt x="121" y="353"/>
                  <a:pt x="121" y="364"/>
                </a:cubicBezTo>
                <a:cubicBezTo>
                  <a:pt x="121" y="445"/>
                  <a:pt x="121" y="445"/>
                  <a:pt x="121" y="445"/>
                </a:cubicBezTo>
                <a:cubicBezTo>
                  <a:pt x="121" y="456"/>
                  <a:pt x="130" y="465"/>
                  <a:pt x="141" y="465"/>
                </a:cubicBezTo>
                <a:cubicBezTo>
                  <a:pt x="221" y="465"/>
                  <a:pt x="221" y="465"/>
                  <a:pt x="221" y="465"/>
                </a:cubicBezTo>
                <a:cubicBezTo>
                  <a:pt x="231" y="465"/>
                  <a:pt x="241" y="473"/>
                  <a:pt x="242" y="483"/>
                </a:cubicBezTo>
                <a:cubicBezTo>
                  <a:pt x="243" y="495"/>
                  <a:pt x="234" y="505"/>
                  <a:pt x="222" y="505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44"/>
          <p:cNvSpPr/>
          <p:nvPr/>
        </p:nvSpPr>
        <p:spPr>
          <a:xfrm>
            <a:off x="1912362" y="2676886"/>
            <a:ext cx="407575" cy="332635"/>
          </a:xfrm>
          <a:custGeom>
            <a:avLst/>
            <a:gdLst/>
            <a:ahLst/>
            <a:cxnLst/>
            <a:rect l="l" t="t" r="r" b="b"/>
            <a:pathLst>
              <a:path w="689" h="564" extrusionOk="0">
                <a:moveTo>
                  <a:pt x="21" y="242"/>
                </a:moveTo>
                <a:cubicBezTo>
                  <a:pt x="144" y="242"/>
                  <a:pt x="144" y="242"/>
                  <a:pt x="144" y="242"/>
                </a:cubicBezTo>
                <a:cubicBezTo>
                  <a:pt x="155" y="242"/>
                  <a:pt x="164" y="234"/>
                  <a:pt x="165" y="224"/>
                </a:cubicBezTo>
                <a:cubicBezTo>
                  <a:pt x="166" y="212"/>
                  <a:pt x="157" y="201"/>
                  <a:pt x="145" y="201"/>
                </a:cubicBezTo>
                <a:cubicBezTo>
                  <a:pt x="22" y="201"/>
                  <a:pt x="22" y="201"/>
                  <a:pt x="22" y="201"/>
                </a:cubicBezTo>
                <a:cubicBezTo>
                  <a:pt x="11" y="201"/>
                  <a:pt x="2" y="209"/>
                  <a:pt x="1" y="219"/>
                </a:cubicBezTo>
                <a:cubicBezTo>
                  <a:pt x="0" y="231"/>
                  <a:pt x="9" y="242"/>
                  <a:pt x="21" y="242"/>
                </a:cubicBezTo>
                <a:close/>
                <a:moveTo>
                  <a:pt x="346" y="161"/>
                </a:moveTo>
                <a:cubicBezTo>
                  <a:pt x="266" y="161"/>
                  <a:pt x="266" y="161"/>
                  <a:pt x="266" y="161"/>
                </a:cubicBezTo>
                <a:cubicBezTo>
                  <a:pt x="256" y="161"/>
                  <a:pt x="247" y="169"/>
                  <a:pt x="246" y="179"/>
                </a:cubicBezTo>
                <a:cubicBezTo>
                  <a:pt x="244" y="191"/>
                  <a:pt x="254" y="201"/>
                  <a:pt x="266" y="201"/>
                </a:cubicBezTo>
                <a:cubicBezTo>
                  <a:pt x="345" y="201"/>
                  <a:pt x="345" y="201"/>
                  <a:pt x="345" y="201"/>
                </a:cubicBezTo>
                <a:cubicBezTo>
                  <a:pt x="377" y="201"/>
                  <a:pt x="405" y="176"/>
                  <a:pt x="407" y="144"/>
                </a:cubicBezTo>
                <a:cubicBezTo>
                  <a:pt x="409" y="109"/>
                  <a:pt x="381" y="80"/>
                  <a:pt x="346" y="80"/>
                </a:cubicBezTo>
                <a:cubicBezTo>
                  <a:pt x="286" y="80"/>
                  <a:pt x="286" y="80"/>
                  <a:pt x="286" y="80"/>
                </a:cubicBezTo>
                <a:cubicBezTo>
                  <a:pt x="286" y="40"/>
                  <a:pt x="286" y="40"/>
                  <a:pt x="286" y="40"/>
                </a:cubicBezTo>
                <a:cubicBezTo>
                  <a:pt x="386" y="40"/>
                  <a:pt x="386" y="40"/>
                  <a:pt x="386" y="40"/>
                </a:cubicBezTo>
                <a:cubicBezTo>
                  <a:pt x="396" y="40"/>
                  <a:pt x="405" y="33"/>
                  <a:pt x="407" y="22"/>
                </a:cubicBezTo>
                <a:cubicBezTo>
                  <a:pt x="408" y="10"/>
                  <a:pt x="398" y="0"/>
                  <a:pt x="387" y="0"/>
                </a:cubicBezTo>
                <a:cubicBezTo>
                  <a:pt x="266" y="0"/>
                  <a:pt x="266" y="0"/>
                  <a:pt x="266" y="0"/>
                </a:cubicBezTo>
                <a:cubicBezTo>
                  <a:pt x="255" y="0"/>
                  <a:pt x="246" y="9"/>
                  <a:pt x="246" y="20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12"/>
                  <a:pt x="255" y="121"/>
                  <a:pt x="266" y="121"/>
                </a:cubicBezTo>
                <a:cubicBezTo>
                  <a:pt x="346" y="121"/>
                  <a:pt x="346" y="121"/>
                  <a:pt x="346" y="121"/>
                </a:cubicBezTo>
                <a:cubicBezTo>
                  <a:pt x="356" y="121"/>
                  <a:pt x="365" y="128"/>
                  <a:pt x="366" y="139"/>
                </a:cubicBezTo>
                <a:cubicBezTo>
                  <a:pt x="368" y="151"/>
                  <a:pt x="358" y="161"/>
                  <a:pt x="346" y="161"/>
                </a:cubicBezTo>
                <a:close/>
                <a:moveTo>
                  <a:pt x="507" y="201"/>
                </a:moveTo>
                <a:cubicBezTo>
                  <a:pt x="588" y="201"/>
                  <a:pt x="588" y="201"/>
                  <a:pt x="588" y="201"/>
                </a:cubicBezTo>
                <a:cubicBezTo>
                  <a:pt x="599" y="201"/>
                  <a:pt x="608" y="192"/>
                  <a:pt x="608" y="181"/>
                </a:cubicBezTo>
                <a:cubicBezTo>
                  <a:pt x="608" y="101"/>
                  <a:pt x="608" y="101"/>
                  <a:pt x="608" y="101"/>
                </a:cubicBezTo>
                <a:cubicBezTo>
                  <a:pt x="608" y="89"/>
                  <a:pt x="599" y="80"/>
                  <a:pt x="588" y="80"/>
                </a:cubicBezTo>
                <a:cubicBezTo>
                  <a:pt x="548" y="80"/>
                  <a:pt x="548" y="80"/>
                  <a:pt x="548" y="80"/>
                </a:cubicBezTo>
                <a:cubicBezTo>
                  <a:pt x="538" y="80"/>
                  <a:pt x="529" y="88"/>
                  <a:pt x="528" y="98"/>
                </a:cubicBezTo>
                <a:cubicBezTo>
                  <a:pt x="526" y="110"/>
                  <a:pt x="536" y="121"/>
                  <a:pt x="548" y="121"/>
                </a:cubicBezTo>
                <a:cubicBezTo>
                  <a:pt x="568" y="121"/>
                  <a:pt x="568" y="121"/>
                  <a:pt x="568" y="121"/>
                </a:cubicBezTo>
                <a:cubicBezTo>
                  <a:pt x="568" y="161"/>
                  <a:pt x="568" y="161"/>
                  <a:pt x="568" y="161"/>
                </a:cubicBezTo>
                <a:cubicBezTo>
                  <a:pt x="507" y="161"/>
                  <a:pt x="507" y="161"/>
                  <a:pt x="507" y="161"/>
                </a:cubicBezTo>
                <a:cubicBezTo>
                  <a:pt x="496" y="161"/>
                  <a:pt x="487" y="152"/>
                  <a:pt x="487" y="141"/>
                </a:cubicBezTo>
                <a:cubicBezTo>
                  <a:pt x="487" y="60"/>
                  <a:pt x="487" y="60"/>
                  <a:pt x="487" y="60"/>
                </a:cubicBezTo>
                <a:cubicBezTo>
                  <a:pt x="487" y="49"/>
                  <a:pt x="496" y="40"/>
                  <a:pt x="507" y="40"/>
                </a:cubicBezTo>
                <a:cubicBezTo>
                  <a:pt x="588" y="40"/>
                  <a:pt x="588" y="40"/>
                  <a:pt x="588" y="40"/>
                </a:cubicBezTo>
                <a:cubicBezTo>
                  <a:pt x="598" y="40"/>
                  <a:pt x="607" y="33"/>
                  <a:pt x="608" y="22"/>
                </a:cubicBezTo>
                <a:cubicBezTo>
                  <a:pt x="609" y="10"/>
                  <a:pt x="600" y="0"/>
                  <a:pt x="588" y="0"/>
                </a:cubicBezTo>
                <a:cubicBezTo>
                  <a:pt x="507" y="0"/>
                  <a:pt x="507" y="0"/>
                  <a:pt x="507" y="0"/>
                </a:cubicBezTo>
                <a:cubicBezTo>
                  <a:pt x="474" y="0"/>
                  <a:pt x="447" y="27"/>
                  <a:pt x="447" y="60"/>
                </a:cubicBezTo>
                <a:cubicBezTo>
                  <a:pt x="447" y="141"/>
                  <a:pt x="447" y="141"/>
                  <a:pt x="447" y="141"/>
                </a:cubicBezTo>
                <a:cubicBezTo>
                  <a:pt x="447" y="174"/>
                  <a:pt x="474" y="201"/>
                  <a:pt x="507" y="201"/>
                </a:cubicBezTo>
                <a:close/>
                <a:moveTo>
                  <a:pt x="21" y="322"/>
                </a:moveTo>
                <a:cubicBezTo>
                  <a:pt x="104" y="322"/>
                  <a:pt x="104" y="322"/>
                  <a:pt x="104" y="322"/>
                </a:cubicBezTo>
                <a:cubicBezTo>
                  <a:pt x="114" y="322"/>
                  <a:pt x="123" y="315"/>
                  <a:pt x="124" y="304"/>
                </a:cubicBezTo>
                <a:cubicBezTo>
                  <a:pt x="126" y="292"/>
                  <a:pt x="116" y="282"/>
                  <a:pt x="104" y="282"/>
                </a:cubicBezTo>
                <a:cubicBezTo>
                  <a:pt x="22" y="282"/>
                  <a:pt x="22" y="282"/>
                  <a:pt x="22" y="282"/>
                </a:cubicBezTo>
                <a:cubicBezTo>
                  <a:pt x="11" y="282"/>
                  <a:pt x="2" y="290"/>
                  <a:pt x="1" y="300"/>
                </a:cubicBezTo>
                <a:cubicBezTo>
                  <a:pt x="0" y="312"/>
                  <a:pt x="9" y="322"/>
                  <a:pt x="21" y="322"/>
                </a:cubicBezTo>
                <a:close/>
                <a:moveTo>
                  <a:pt x="669" y="242"/>
                </a:moveTo>
                <a:cubicBezTo>
                  <a:pt x="669" y="242"/>
                  <a:pt x="225" y="242"/>
                  <a:pt x="225" y="242"/>
                </a:cubicBezTo>
                <a:cubicBezTo>
                  <a:pt x="218" y="242"/>
                  <a:pt x="211" y="246"/>
                  <a:pt x="208" y="252"/>
                </a:cubicBezTo>
                <a:cubicBezTo>
                  <a:pt x="47" y="534"/>
                  <a:pt x="47" y="534"/>
                  <a:pt x="47" y="534"/>
                </a:cubicBezTo>
                <a:cubicBezTo>
                  <a:pt x="42" y="542"/>
                  <a:pt x="43" y="552"/>
                  <a:pt x="51" y="559"/>
                </a:cubicBezTo>
                <a:cubicBezTo>
                  <a:pt x="54" y="562"/>
                  <a:pt x="59" y="564"/>
                  <a:pt x="64" y="564"/>
                </a:cubicBezTo>
                <a:cubicBezTo>
                  <a:pt x="507" y="564"/>
                  <a:pt x="507" y="564"/>
                  <a:pt x="507" y="564"/>
                </a:cubicBezTo>
                <a:cubicBezTo>
                  <a:pt x="515" y="564"/>
                  <a:pt x="521" y="560"/>
                  <a:pt x="525" y="554"/>
                </a:cubicBezTo>
                <a:cubicBezTo>
                  <a:pt x="686" y="272"/>
                  <a:pt x="686" y="272"/>
                  <a:pt x="686" y="272"/>
                </a:cubicBezTo>
                <a:cubicBezTo>
                  <a:pt x="688" y="269"/>
                  <a:pt x="689" y="265"/>
                  <a:pt x="689" y="262"/>
                </a:cubicBezTo>
                <a:cubicBezTo>
                  <a:pt x="689" y="251"/>
                  <a:pt x="680" y="242"/>
                  <a:pt x="669" y="242"/>
                </a:cubicBezTo>
                <a:close/>
                <a:moveTo>
                  <a:pt x="593" y="282"/>
                </a:moveTo>
                <a:cubicBezTo>
                  <a:pt x="390" y="398"/>
                  <a:pt x="390" y="398"/>
                  <a:pt x="390" y="398"/>
                </a:cubicBezTo>
                <a:cubicBezTo>
                  <a:pt x="274" y="282"/>
                  <a:pt x="274" y="282"/>
                  <a:pt x="274" y="282"/>
                </a:cubicBezTo>
                <a:lnTo>
                  <a:pt x="593" y="282"/>
                </a:lnTo>
                <a:close/>
                <a:moveTo>
                  <a:pt x="496" y="524"/>
                </a:moveTo>
                <a:cubicBezTo>
                  <a:pt x="99" y="524"/>
                  <a:pt x="99" y="524"/>
                  <a:pt x="99" y="524"/>
                </a:cubicBezTo>
                <a:cubicBezTo>
                  <a:pt x="230" y="295"/>
                  <a:pt x="230" y="295"/>
                  <a:pt x="230" y="295"/>
                </a:cubicBezTo>
                <a:cubicBezTo>
                  <a:pt x="372" y="437"/>
                  <a:pt x="372" y="437"/>
                  <a:pt x="372" y="437"/>
                </a:cubicBezTo>
                <a:cubicBezTo>
                  <a:pt x="379" y="444"/>
                  <a:pt x="389" y="445"/>
                  <a:pt x="397" y="441"/>
                </a:cubicBezTo>
                <a:cubicBezTo>
                  <a:pt x="615" y="316"/>
                  <a:pt x="615" y="316"/>
                  <a:pt x="615" y="316"/>
                </a:cubicBezTo>
                <a:lnTo>
                  <a:pt x="496" y="524"/>
                </a:lnTo>
                <a:close/>
                <a:moveTo>
                  <a:pt x="64" y="363"/>
                </a:moveTo>
                <a:cubicBezTo>
                  <a:pt x="22" y="363"/>
                  <a:pt x="22" y="363"/>
                  <a:pt x="22" y="363"/>
                </a:cubicBezTo>
                <a:cubicBezTo>
                  <a:pt x="11" y="363"/>
                  <a:pt x="2" y="370"/>
                  <a:pt x="1" y="380"/>
                </a:cubicBezTo>
                <a:cubicBezTo>
                  <a:pt x="0" y="393"/>
                  <a:pt x="9" y="403"/>
                  <a:pt x="21" y="403"/>
                </a:cubicBezTo>
                <a:cubicBezTo>
                  <a:pt x="64" y="403"/>
                  <a:pt x="64" y="403"/>
                  <a:pt x="64" y="403"/>
                </a:cubicBezTo>
                <a:cubicBezTo>
                  <a:pt x="76" y="403"/>
                  <a:pt x="86" y="393"/>
                  <a:pt x="84" y="380"/>
                </a:cubicBezTo>
                <a:cubicBezTo>
                  <a:pt x="83" y="370"/>
                  <a:pt x="74" y="363"/>
                  <a:pt x="64" y="363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44"/>
          <p:cNvSpPr/>
          <p:nvPr/>
        </p:nvSpPr>
        <p:spPr>
          <a:xfrm>
            <a:off x="1912876" y="3864803"/>
            <a:ext cx="406551" cy="358301"/>
          </a:xfrm>
          <a:custGeom>
            <a:avLst/>
            <a:gdLst/>
            <a:ahLst/>
            <a:cxnLst/>
            <a:rect l="l" t="t" r="r" b="b"/>
            <a:pathLst>
              <a:path w="688" h="606" extrusionOk="0">
                <a:moveTo>
                  <a:pt x="607" y="163"/>
                </a:moveTo>
                <a:cubicBezTo>
                  <a:pt x="607" y="100"/>
                  <a:pt x="607" y="100"/>
                  <a:pt x="607" y="100"/>
                </a:cubicBezTo>
                <a:cubicBezTo>
                  <a:pt x="607" y="45"/>
                  <a:pt x="562" y="0"/>
                  <a:pt x="506" y="0"/>
                </a:cubicBezTo>
                <a:cubicBezTo>
                  <a:pt x="101" y="0"/>
                  <a:pt x="101" y="0"/>
                  <a:pt x="101" y="0"/>
                </a:cubicBezTo>
                <a:cubicBezTo>
                  <a:pt x="45" y="0"/>
                  <a:pt x="0" y="45"/>
                  <a:pt x="0" y="100"/>
                </a:cubicBezTo>
                <a:cubicBezTo>
                  <a:pt x="0" y="262"/>
                  <a:pt x="0" y="262"/>
                  <a:pt x="0" y="262"/>
                </a:cubicBezTo>
                <a:cubicBezTo>
                  <a:pt x="0" y="310"/>
                  <a:pt x="35" y="351"/>
                  <a:pt x="81" y="360"/>
                </a:cubicBezTo>
                <a:cubicBezTo>
                  <a:pt x="81" y="423"/>
                  <a:pt x="81" y="423"/>
                  <a:pt x="81" y="423"/>
                </a:cubicBezTo>
                <a:cubicBezTo>
                  <a:pt x="81" y="479"/>
                  <a:pt x="126" y="524"/>
                  <a:pt x="181" y="524"/>
                </a:cubicBezTo>
                <a:cubicBezTo>
                  <a:pt x="392" y="524"/>
                  <a:pt x="392" y="524"/>
                  <a:pt x="392" y="524"/>
                </a:cubicBezTo>
                <a:cubicBezTo>
                  <a:pt x="408" y="524"/>
                  <a:pt x="424" y="530"/>
                  <a:pt x="435" y="541"/>
                </a:cubicBezTo>
                <a:cubicBezTo>
                  <a:pt x="492" y="598"/>
                  <a:pt x="492" y="598"/>
                  <a:pt x="492" y="598"/>
                </a:cubicBezTo>
                <a:cubicBezTo>
                  <a:pt x="499" y="605"/>
                  <a:pt x="510" y="606"/>
                  <a:pt x="519" y="600"/>
                </a:cubicBezTo>
                <a:cubicBezTo>
                  <a:pt x="524" y="596"/>
                  <a:pt x="527" y="590"/>
                  <a:pt x="527" y="584"/>
                </a:cubicBezTo>
                <a:cubicBezTo>
                  <a:pt x="527" y="524"/>
                  <a:pt x="527" y="524"/>
                  <a:pt x="527" y="524"/>
                </a:cubicBezTo>
                <a:cubicBezTo>
                  <a:pt x="587" y="524"/>
                  <a:pt x="587" y="524"/>
                  <a:pt x="587" y="524"/>
                </a:cubicBezTo>
                <a:cubicBezTo>
                  <a:pt x="643" y="524"/>
                  <a:pt x="688" y="479"/>
                  <a:pt x="688" y="423"/>
                </a:cubicBezTo>
                <a:cubicBezTo>
                  <a:pt x="688" y="262"/>
                  <a:pt x="688" y="262"/>
                  <a:pt x="688" y="262"/>
                </a:cubicBezTo>
                <a:cubicBezTo>
                  <a:pt x="688" y="213"/>
                  <a:pt x="653" y="172"/>
                  <a:pt x="607" y="163"/>
                </a:cubicBezTo>
                <a:close/>
                <a:moveTo>
                  <a:pt x="101" y="322"/>
                </a:moveTo>
                <a:cubicBezTo>
                  <a:pt x="67" y="322"/>
                  <a:pt x="40" y="295"/>
                  <a:pt x="40" y="262"/>
                </a:cubicBezTo>
                <a:cubicBezTo>
                  <a:pt x="40" y="100"/>
                  <a:pt x="40" y="100"/>
                  <a:pt x="40" y="100"/>
                </a:cubicBezTo>
                <a:cubicBezTo>
                  <a:pt x="40" y="67"/>
                  <a:pt x="67" y="40"/>
                  <a:pt x="101" y="40"/>
                </a:cubicBezTo>
                <a:cubicBezTo>
                  <a:pt x="506" y="40"/>
                  <a:pt x="506" y="40"/>
                  <a:pt x="506" y="40"/>
                </a:cubicBezTo>
                <a:cubicBezTo>
                  <a:pt x="540" y="40"/>
                  <a:pt x="567" y="67"/>
                  <a:pt x="567" y="100"/>
                </a:cubicBezTo>
                <a:cubicBezTo>
                  <a:pt x="567" y="262"/>
                  <a:pt x="567" y="262"/>
                  <a:pt x="567" y="262"/>
                </a:cubicBezTo>
                <a:cubicBezTo>
                  <a:pt x="567" y="295"/>
                  <a:pt x="540" y="322"/>
                  <a:pt x="506" y="322"/>
                </a:cubicBezTo>
                <a:cubicBezTo>
                  <a:pt x="295" y="322"/>
                  <a:pt x="295" y="322"/>
                  <a:pt x="295" y="322"/>
                </a:cubicBezTo>
                <a:cubicBezTo>
                  <a:pt x="268" y="322"/>
                  <a:pt x="243" y="333"/>
                  <a:pt x="224" y="352"/>
                </a:cubicBezTo>
                <a:cubicBezTo>
                  <a:pt x="201" y="374"/>
                  <a:pt x="201" y="374"/>
                  <a:pt x="201" y="374"/>
                </a:cubicBezTo>
                <a:cubicBezTo>
                  <a:pt x="201" y="342"/>
                  <a:pt x="201" y="342"/>
                  <a:pt x="201" y="342"/>
                </a:cubicBezTo>
                <a:cubicBezTo>
                  <a:pt x="201" y="331"/>
                  <a:pt x="192" y="322"/>
                  <a:pt x="181" y="322"/>
                </a:cubicBezTo>
                <a:lnTo>
                  <a:pt x="101" y="322"/>
                </a:lnTo>
                <a:close/>
                <a:moveTo>
                  <a:pt x="647" y="423"/>
                </a:moveTo>
                <a:cubicBezTo>
                  <a:pt x="647" y="456"/>
                  <a:pt x="620" y="483"/>
                  <a:pt x="587" y="483"/>
                </a:cubicBezTo>
                <a:cubicBezTo>
                  <a:pt x="506" y="483"/>
                  <a:pt x="506" y="483"/>
                  <a:pt x="506" y="483"/>
                </a:cubicBezTo>
                <a:cubicBezTo>
                  <a:pt x="495" y="483"/>
                  <a:pt x="486" y="492"/>
                  <a:pt x="486" y="503"/>
                </a:cubicBezTo>
                <a:cubicBezTo>
                  <a:pt x="486" y="535"/>
                  <a:pt x="486" y="535"/>
                  <a:pt x="486" y="535"/>
                </a:cubicBezTo>
                <a:cubicBezTo>
                  <a:pt x="464" y="513"/>
                  <a:pt x="464" y="513"/>
                  <a:pt x="464" y="513"/>
                </a:cubicBezTo>
                <a:cubicBezTo>
                  <a:pt x="445" y="494"/>
                  <a:pt x="419" y="483"/>
                  <a:pt x="392" y="483"/>
                </a:cubicBezTo>
                <a:cubicBezTo>
                  <a:pt x="181" y="483"/>
                  <a:pt x="181" y="483"/>
                  <a:pt x="181" y="483"/>
                </a:cubicBezTo>
                <a:cubicBezTo>
                  <a:pt x="148" y="483"/>
                  <a:pt x="121" y="456"/>
                  <a:pt x="121" y="423"/>
                </a:cubicBezTo>
                <a:cubicBezTo>
                  <a:pt x="121" y="362"/>
                  <a:pt x="121" y="362"/>
                  <a:pt x="121" y="362"/>
                </a:cubicBezTo>
                <a:cubicBezTo>
                  <a:pt x="161" y="362"/>
                  <a:pt x="161" y="362"/>
                  <a:pt x="161" y="362"/>
                </a:cubicBezTo>
                <a:cubicBezTo>
                  <a:pt x="161" y="422"/>
                  <a:pt x="161" y="422"/>
                  <a:pt x="161" y="422"/>
                </a:cubicBezTo>
                <a:cubicBezTo>
                  <a:pt x="161" y="429"/>
                  <a:pt x="164" y="435"/>
                  <a:pt x="169" y="439"/>
                </a:cubicBezTo>
                <a:cubicBezTo>
                  <a:pt x="177" y="445"/>
                  <a:pt x="189" y="444"/>
                  <a:pt x="196" y="437"/>
                </a:cubicBezTo>
                <a:cubicBezTo>
                  <a:pt x="253" y="380"/>
                  <a:pt x="253" y="380"/>
                  <a:pt x="253" y="380"/>
                </a:cubicBezTo>
                <a:cubicBezTo>
                  <a:pt x="264" y="369"/>
                  <a:pt x="279" y="362"/>
                  <a:pt x="295" y="362"/>
                </a:cubicBezTo>
                <a:cubicBezTo>
                  <a:pt x="506" y="362"/>
                  <a:pt x="506" y="362"/>
                  <a:pt x="506" y="362"/>
                </a:cubicBezTo>
                <a:cubicBezTo>
                  <a:pt x="562" y="362"/>
                  <a:pt x="607" y="317"/>
                  <a:pt x="607" y="262"/>
                </a:cubicBezTo>
                <a:cubicBezTo>
                  <a:pt x="607" y="205"/>
                  <a:pt x="607" y="205"/>
                  <a:pt x="607" y="205"/>
                </a:cubicBezTo>
                <a:cubicBezTo>
                  <a:pt x="631" y="213"/>
                  <a:pt x="647" y="235"/>
                  <a:pt x="647" y="262"/>
                </a:cubicBezTo>
                <a:lnTo>
                  <a:pt x="647" y="423"/>
                </a:lnTo>
                <a:close/>
                <a:moveTo>
                  <a:pt x="386" y="282"/>
                </a:moveTo>
                <a:cubicBezTo>
                  <a:pt x="466" y="282"/>
                  <a:pt x="466" y="282"/>
                  <a:pt x="466" y="282"/>
                </a:cubicBezTo>
                <a:cubicBezTo>
                  <a:pt x="477" y="282"/>
                  <a:pt x="486" y="273"/>
                  <a:pt x="486" y="262"/>
                </a:cubicBezTo>
                <a:cubicBezTo>
                  <a:pt x="486" y="181"/>
                  <a:pt x="486" y="181"/>
                  <a:pt x="486" y="181"/>
                </a:cubicBezTo>
                <a:cubicBezTo>
                  <a:pt x="486" y="170"/>
                  <a:pt x="477" y="161"/>
                  <a:pt x="466" y="161"/>
                </a:cubicBezTo>
                <a:cubicBezTo>
                  <a:pt x="426" y="161"/>
                  <a:pt x="426" y="161"/>
                  <a:pt x="426" y="161"/>
                </a:cubicBezTo>
                <a:cubicBezTo>
                  <a:pt x="416" y="161"/>
                  <a:pt x="407" y="168"/>
                  <a:pt x="406" y="179"/>
                </a:cubicBezTo>
                <a:cubicBezTo>
                  <a:pt x="404" y="191"/>
                  <a:pt x="414" y="201"/>
                  <a:pt x="426" y="201"/>
                </a:cubicBezTo>
                <a:cubicBezTo>
                  <a:pt x="446" y="201"/>
                  <a:pt x="446" y="201"/>
                  <a:pt x="446" y="201"/>
                </a:cubicBezTo>
                <a:cubicBezTo>
                  <a:pt x="446" y="242"/>
                  <a:pt x="446" y="242"/>
                  <a:pt x="446" y="242"/>
                </a:cubicBezTo>
                <a:cubicBezTo>
                  <a:pt x="386" y="242"/>
                  <a:pt x="386" y="242"/>
                  <a:pt x="386" y="242"/>
                </a:cubicBezTo>
                <a:cubicBezTo>
                  <a:pt x="374" y="242"/>
                  <a:pt x="365" y="232"/>
                  <a:pt x="365" y="221"/>
                </a:cubicBezTo>
                <a:cubicBezTo>
                  <a:pt x="365" y="141"/>
                  <a:pt x="365" y="141"/>
                  <a:pt x="365" y="141"/>
                </a:cubicBezTo>
                <a:cubicBezTo>
                  <a:pt x="365" y="130"/>
                  <a:pt x="374" y="121"/>
                  <a:pt x="386" y="121"/>
                </a:cubicBezTo>
                <a:cubicBezTo>
                  <a:pt x="466" y="121"/>
                  <a:pt x="466" y="121"/>
                  <a:pt x="466" y="121"/>
                </a:cubicBezTo>
                <a:cubicBezTo>
                  <a:pt x="476" y="121"/>
                  <a:pt x="485" y="113"/>
                  <a:pt x="486" y="103"/>
                </a:cubicBezTo>
                <a:cubicBezTo>
                  <a:pt x="487" y="91"/>
                  <a:pt x="478" y="80"/>
                  <a:pt x="466" y="80"/>
                </a:cubicBezTo>
                <a:cubicBezTo>
                  <a:pt x="386" y="80"/>
                  <a:pt x="386" y="80"/>
                  <a:pt x="386" y="80"/>
                </a:cubicBezTo>
                <a:cubicBezTo>
                  <a:pt x="352" y="80"/>
                  <a:pt x="325" y="107"/>
                  <a:pt x="325" y="141"/>
                </a:cubicBezTo>
                <a:cubicBezTo>
                  <a:pt x="325" y="221"/>
                  <a:pt x="325" y="221"/>
                  <a:pt x="325" y="221"/>
                </a:cubicBezTo>
                <a:cubicBezTo>
                  <a:pt x="325" y="255"/>
                  <a:pt x="352" y="282"/>
                  <a:pt x="386" y="282"/>
                </a:cubicBezTo>
                <a:close/>
                <a:moveTo>
                  <a:pt x="282" y="225"/>
                </a:moveTo>
                <a:cubicBezTo>
                  <a:pt x="284" y="190"/>
                  <a:pt x="256" y="161"/>
                  <a:pt x="222" y="161"/>
                </a:cubicBezTo>
                <a:cubicBezTo>
                  <a:pt x="161" y="161"/>
                  <a:pt x="161" y="161"/>
                  <a:pt x="161" y="161"/>
                </a:cubicBezTo>
                <a:cubicBezTo>
                  <a:pt x="161" y="121"/>
                  <a:pt x="161" y="121"/>
                  <a:pt x="161" y="121"/>
                </a:cubicBezTo>
                <a:cubicBezTo>
                  <a:pt x="261" y="121"/>
                  <a:pt x="261" y="121"/>
                  <a:pt x="261" y="121"/>
                </a:cubicBezTo>
                <a:cubicBezTo>
                  <a:pt x="272" y="121"/>
                  <a:pt x="281" y="113"/>
                  <a:pt x="282" y="103"/>
                </a:cubicBezTo>
                <a:cubicBezTo>
                  <a:pt x="283" y="91"/>
                  <a:pt x="274" y="80"/>
                  <a:pt x="262" y="80"/>
                </a:cubicBezTo>
                <a:cubicBezTo>
                  <a:pt x="141" y="80"/>
                  <a:pt x="141" y="80"/>
                  <a:pt x="141" y="80"/>
                </a:cubicBezTo>
                <a:cubicBezTo>
                  <a:pt x="130" y="80"/>
                  <a:pt x="121" y="89"/>
                  <a:pt x="121" y="100"/>
                </a:cubicBezTo>
                <a:cubicBezTo>
                  <a:pt x="121" y="181"/>
                  <a:pt x="121" y="181"/>
                  <a:pt x="121" y="181"/>
                </a:cubicBezTo>
                <a:cubicBezTo>
                  <a:pt x="121" y="192"/>
                  <a:pt x="130" y="201"/>
                  <a:pt x="141" y="201"/>
                </a:cubicBezTo>
                <a:cubicBezTo>
                  <a:pt x="221" y="201"/>
                  <a:pt x="221" y="201"/>
                  <a:pt x="221" y="201"/>
                </a:cubicBezTo>
                <a:cubicBezTo>
                  <a:pt x="231" y="201"/>
                  <a:pt x="240" y="209"/>
                  <a:pt x="242" y="219"/>
                </a:cubicBezTo>
                <a:cubicBezTo>
                  <a:pt x="243" y="231"/>
                  <a:pt x="233" y="242"/>
                  <a:pt x="222" y="242"/>
                </a:cubicBezTo>
                <a:cubicBezTo>
                  <a:pt x="141" y="242"/>
                  <a:pt x="141" y="242"/>
                  <a:pt x="141" y="242"/>
                </a:cubicBezTo>
                <a:cubicBezTo>
                  <a:pt x="131" y="242"/>
                  <a:pt x="122" y="249"/>
                  <a:pt x="121" y="259"/>
                </a:cubicBezTo>
                <a:cubicBezTo>
                  <a:pt x="119" y="272"/>
                  <a:pt x="129" y="282"/>
                  <a:pt x="141" y="282"/>
                </a:cubicBezTo>
                <a:cubicBezTo>
                  <a:pt x="221" y="282"/>
                  <a:pt x="221" y="282"/>
                  <a:pt x="221" y="282"/>
                </a:cubicBezTo>
                <a:cubicBezTo>
                  <a:pt x="252" y="282"/>
                  <a:pt x="280" y="256"/>
                  <a:pt x="282" y="225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61792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44"/>
          <p:cNvSpPr txBox="1">
            <a:spLocks noGrp="1"/>
          </p:cNvSpPr>
          <p:nvPr>
            <p:ph type="title"/>
          </p:nvPr>
        </p:nvSpPr>
        <p:spPr>
          <a:xfrm>
            <a:off x="772595" y="266606"/>
            <a:ext cx="774005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Four main steps in the backpropagation algorithm</a:t>
            </a:r>
          </a:p>
        </p:txBody>
      </p:sp>
      <p:pic>
        <p:nvPicPr>
          <p:cNvPr id="5122" name="Picture 2" descr="Forward pass, error calculation, backward pass and weights update">
            <a:extLst>
              <a:ext uri="{FF2B5EF4-FFF2-40B4-BE49-F238E27FC236}">
                <a16:creationId xmlns:a16="http://schemas.microsoft.com/office/drawing/2014/main" id="{7F8E858F-C77B-42B6-828A-4BA337DA1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424" y="1296213"/>
            <a:ext cx="7010400" cy="3483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9339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Backpropagation illustration">
            <a:extLst>
              <a:ext uri="{FF2B5EF4-FFF2-40B4-BE49-F238E27FC236}">
                <a16:creationId xmlns:a16="http://schemas.microsoft.com/office/drawing/2014/main" id="{62B1647C-F395-CB68-0B5D-EB5800C55B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718" y="254038"/>
            <a:ext cx="6180564" cy="4635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6712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2"/>
          <p:cNvSpPr txBox="1">
            <a:spLocks noGrp="1"/>
          </p:cNvSpPr>
          <p:nvPr>
            <p:ph type="title"/>
          </p:nvPr>
        </p:nvSpPr>
        <p:spPr>
          <a:xfrm>
            <a:off x="4378712" y="2229450"/>
            <a:ext cx="4765288" cy="146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Essential mathematical formulas</a:t>
            </a:r>
          </a:p>
        </p:txBody>
      </p:sp>
      <p:sp>
        <p:nvSpPr>
          <p:cNvPr id="401" name="Google Shape;401;p32"/>
          <p:cNvSpPr txBox="1">
            <a:spLocks noGrp="1"/>
          </p:cNvSpPr>
          <p:nvPr>
            <p:ph type="title" idx="2"/>
          </p:nvPr>
        </p:nvSpPr>
        <p:spPr>
          <a:xfrm>
            <a:off x="6956376" y="1453350"/>
            <a:ext cx="1472400" cy="77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402" name="Google Shape;402;p32"/>
          <p:cNvGrpSpPr/>
          <p:nvPr/>
        </p:nvGrpSpPr>
        <p:grpSpPr>
          <a:xfrm>
            <a:off x="998924" y="341050"/>
            <a:ext cx="3277476" cy="4461401"/>
            <a:chOff x="998924" y="341050"/>
            <a:chExt cx="3277476" cy="4461401"/>
          </a:xfrm>
        </p:grpSpPr>
        <p:pic>
          <p:nvPicPr>
            <p:cNvPr id="403" name="Google Shape;403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78325" y="341050"/>
              <a:ext cx="1132700" cy="1132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4" name="Google Shape;40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98924" y="1030975"/>
              <a:ext cx="3212100" cy="32121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05" name="Google Shape;405;p32"/>
            <p:cNvGrpSpPr/>
            <p:nvPr/>
          </p:nvGrpSpPr>
          <p:grpSpPr>
            <a:xfrm>
              <a:off x="2606876" y="3132925"/>
              <a:ext cx="1669525" cy="1669525"/>
              <a:chOff x="2704540" y="2630250"/>
              <a:chExt cx="873000" cy="873000"/>
            </a:xfrm>
          </p:grpSpPr>
          <p:pic>
            <p:nvPicPr>
              <p:cNvPr id="406" name="Google Shape;406;p32"/>
              <p:cNvPicPr preferRelativeResize="0"/>
              <p:nvPr/>
            </p:nvPicPr>
            <p:blipFill rotWithShape="1">
              <a:blip r:embed="rId4">
                <a:alphaModFix/>
              </a:blip>
              <a:srcRect l="3366" t="3366" r="3375" b="3375"/>
              <a:stretch/>
            </p:blipFill>
            <p:spPr>
              <a:xfrm>
                <a:off x="2704540" y="2630250"/>
                <a:ext cx="873000" cy="873000"/>
              </a:xfrm>
              <a:prstGeom prst="ellipse">
                <a:avLst/>
              </a:prstGeom>
              <a:noFill/>
              <a:ln>
                <a:noFill/>
              </a:ln>
            </p:spPr>
          </p:pic>
          <p:sp>
            <p:nvSpPr>
              <p:cNvPr id="407" name="Google Shape;407;p32"/>
              <p:cNvSpPr/>
              <p:nvPr/>
            </p:nvSpPr>
            <p:spPr>
              <a:xfrm>
                <a:off x="2720287" y="2646050"/>
                <a:ext cx="841500" cy="841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10599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584;p44">
            <a:extLst>
              <a:ext uri="{FF2B5EF4-FFF2-40B4-BE49-F238E27FC236}">
                <a16:creationId xmlns:a16="http://schemas.microsoft.com/office/drawing/2014/main" id="{C3BD3BC8-CEFD-861A-DC01-223D3267E3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59" y="1143835"/>
            <a:ext cx="329443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Sum of product (s):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27437CD-2C8A-E268-2CB1-A2CAE2380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0498" y="1041920"/>
            <a:ext cx="5430008" cy="895475"/>
          </a:xfrm>
          <a:prstGeom prst="rect">
            <a:avLst/>
          </a:prstGeom>
        </p:spPr>
      </p:pic>
      <p:sp>
        <p:nvSpPr>
          <p:cNvPr id="13" name="Google Shape;584;p44">
            <a:extLst>
              <a:ext uri="{FF2B5EF4-FFF2-40B4-BE49-F238E27FC236}">
                <a16:creationId xmlns:a16="http://schemas.microsoft.com/office/drawing/2014/main" id="{6BDAC861-2D14-FB08-B9FE-C1111C1C5CDB}"/>
              </a:ext>
            </a:extLst>
          </p:cNvPr>
          <p:cNvSpPr txBox="1">
            <a:spLocks/>
          </p:cNvSpPr>
          <p:nvPr/>
        </p:nvSpPr>
        <p:spPr>
          <a:xfrm>
            <a:off x="0" y="2731026"/>
            <a:ext cx="329443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0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r>
              <a:rPr lang="en-US" sz="2400" dirty="0" err="1"/>
              <a:t>Sigmod</a:t>
            </a:r>
            <a:r>
              <a:rPr lang="en-US" sz="2400" dirty="0"/>
              <a:t> (output layer):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11FAE94-3A81-A471-7627-087E9007E8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7075" y="2383819"/>
            <a:ext cx="3177530" cy="114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852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584;p44">
            <a:extLst>
              <a:ext uri="{FF2B5EF4-FFF2-40B4-BE49-F238E27FC236}">
                <a16:creationId xmlns:a16="http://schemas.microsoft.com/office/drawing/2014/main" id="{C3BD3BC8-CEFD-861A-DC01-223D3267E3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059" y="1143835"/>
            <a:ext cx="329443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Error function:</a:t>
            </a:r>
          </a:p>
        </p:txBody>
      </p:sp>
      <p:sp>
        <p:nvSpPr>
          <p:cNvPr id="13" name="Google Shape;584;p44">
            <a:extLst>
              <a:ext uri="{FF2B5EF4-FFF2-40B4-BE49-F238E27FC236}">
                <a16:creationId xmlns:a16="http://schemas.microsoft.com/office/drawing/2014/main" id="{6BDAC861-2D14-FB08-B9FE-C1111C1C5CDB}"/>
              </a:ext>
            </a:extLst>
          </p:cNvPr>
          <p:cNvSpPr txBox="1">
            <a:spLocks/>
          </p:cNvSpPr>
          <p:nvPr/>
        </p:nvSpPr>
        <p:spPr>
          <a:xfrm>
            <a:off x="0" y="2731026"/>
            <a:ext cx="329443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0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r>
              <a:rPr lang="en-US" sz="2400" dirty="0"/>
              <a:t>Parameters update equation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219127-BD67-1FA4-248D-9552BF8CD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523" y="994263"/>
            <a:ext cx="5124190" cy="9212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03A298-F9EC-050B-1D76-4054442EF3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4439" y="3154478"/>
            <a:ext cx="5465543" cy="845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419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584;p44">
            <a:extLst>
              <a:ext uri="{FF2B5EF4-FFF2-40B4-BE49-F238E27FC236}">
                <a16:creationId xmlns:a16="http://schemas.microsoft.com/office/drawing/2014/main" id="{C3BD3BC8-CEFD-861A-DC01-223D3267E3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0137" y="1917274"/>
            <a:ext cx="329443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The derivative of the error W.R.T the weights: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6C864A-C568-AE68-960D-3ED1609F6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560" y="1337288"/>
            <a:ext cx="4820323" cy="230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521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2"/>
          <p:cNvSpPr txBox="1">
            <a:spLocks noGrp="1"/>
          </p:cNvSpPr>
          <p:nvPr>
            <p:ph type="title"/>
          </p:nvPr>
        </p:nvSpPr>
        <p:spPr>
          <a:xfrm>
            <a:off x="4408449" y="2229450"/>
            <a:ext cx="4735551" cy="146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/>
            <a:r>
              <a:rPr lang="en-US" dirty="0"/>
              <a:t>Accompanied by a simple example</a:t>
            </a:r>
          </a:p>
        </p:txBody>
      </p:sp>
      <p:sp>
        <p:nvSpPr>
          <p:cNvPr id="401" name="Google Shape;401;p32"/>
          <p:cNvSpPr txBox="1">
            <a:spLocks noGrp="1"/>
          </p:cNvSpPr>
          <p:nvPr>
            <p:ph type="title" idx="2"/>
          </p:nvPr>
        </p:nvSpPr>
        <p:spPr>
          <a:xfrm>
            <a:off x="6956376" y="1453350"/>
            <a:ext cx="1472400" cy="77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402" name="Google Shape;402;p32"/>
          <p:cNvGrpSpPr/>
          <p:nvPr/>
        </p:nvGrpSpPr>
        <p:grpSpPr>
          <a:xfrm>
            <a:off x="998924" y="341050"/>
            <a:ext cx="3277476" cy="4461401"/>
            <a:chOff x="998924" y="341050"/>
            <a:chExt cx="3277476" cy="4461401"/>
          </a:xfrm>
        </p:grpSpPr>
        <p:pic>
          <p:nvPicPr>
            <p:cNvPr id="403" name="Google Shape;403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78325" y="341050"/>
              <a:ext cx="1132700" cy="1132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4" name="Google Shape;40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98924" y="1030975"/>
              <a:ext cx="3212100" cy="32121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05" name="Google Shape;405;p32"/>
            <p:cNvGrpSpPr/>
            <p:nvPr/>
          </p:nvGrpSpPr>
          <p:grpSpPr>
            <a:xfrm>
              <a:off x="2606876" y="3132925"/>
              <a:ext cx="1669525" cy="1669525"/>
              <a:chOff x="2704540" y="2630250"/>
              <a:chExt cx="873000" cy="873000"/>
            </a:xfrm>
          </p:grpSpPr>
          <p:pic>
            <p:nvPicPr>
              <p:cNvPr id="406" name="Google Shape;406;p32"/>
              <p:cNvPicPr preferRelativeResize="0"/>
              <p:nvPr/>
            </p:nvPicPr>
            <p:blipFill rotWithShape="1">
              <a:blip r:embed="rId4">
                <a:alphaModFix/>
              </a:blip>
              <a:srcRect l="3366" t="3366" r="3375" b="3375"/>
              <a:stretch/>
            </p:blipFill>
            <p:spPr>
              <a:xfrm>
                <a:off x="2704540" y="2630250"/>
                <a:ext cx="873000" cy="873000"/>
              </a:xfrm>
              <a:prstGeom prst="ellipse">
                <a:avLst/>
              </a:prstGeom>
              <a:noFill/>
              <a:ln>
                <a:noFill/>
              </a:ln>
            </p:spPr>
          </p:pic>
          <p:sp>
            <p:nvSpPr>
              <p:cNvPr id="407" name="Google Shape;407;p32"/>
              <p:cNvSpPr/>
              <p:nvPr/>
            </p:nvSpPr>
            <p:spPr>
              <a:xfrm>
                <a:off x="2720287" y="2646050"/>
                <a:ext cx="841500" cy="8415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chivo"/>
                  <a:ea typeface="Archivo"/>
                  <a:cs typeface="Archivo"/>
                  <a:sym typeface="Archivo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26634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6252AFFD-41A3-4F26-386D-88F530571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679" y="390220"/>
            <a:ext cx="7106642" cy="436305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84;p44">
            <a:extLst>
              <a:ext uri="{FF2B5EF4-FFF2-40B4-BE49-F238E27FC236}">
                <a16:creationId xmlns:a16="http://schemas.microsoft.com/office/drawing/2014/main" id="{4F2AA5D5-558E-87E6-8C52-2141632EE1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24780" y="303776"/>
            <a:ext cx="329443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Example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69E9CA4-6FE3-EF0A-8EB2-43717FD4EE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0896694"/>
              </p:ext>
            </p:extLst>
          </p:nvPr>
        </p:nvGraphicFramePr>
        <p:xfrm>
          <a:off x="1523999" y="1459230"/>
          <a:ext cx="6096000" cy="2225040"/>
        </p:xfrm>
        <a:graphic>
          <a:graphicData uri="http://schemas.openxmlformats.org/drawingml/2006/table">
            <a:tbl>
              <a:tblPr firstRow="1" bandRow="1">
                <a:tableStyleId>{E8B17DFC-B365-4B84-9A40-C599E0121C9D}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85869716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002492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X1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8682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X2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580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W1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4329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W2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3517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b (bias)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1.83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8369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1" i="0" u="none" strike="noStrike" cap="none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Desired Output</a:t>
                      </a:r>
                      <a:endParaRPr lang="en-US" b="1" dirty="0">
                        <a:solidFill>
                          <a:schemeClr val="bg1">
                            <a:lumMod val="10000"/>
                            <a:lumOff val="90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0.03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29724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8314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F6295E-7C70-4315-9EB5-9A6B62CB9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79" y="296638"/>
            <a:ext cx="6982241" cy="4550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1176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84;p44">
            <a:extLst>
              <a:ext uri="{FF2B5EF4-FFF2-40B4-BE49-F238E27FC236}">
                <a16:creationId xmlns:a16="http://schemas.microsoft.com/office/drawing/2014/main" id="{4F2AA5D5-558E-87E6-8C52-2141632EE1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24780" y="303776"/>
            <a:ext cx="329443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Forward pass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A77D46-D5E8-8319-E6E7-82E0B2C44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209" y="1129809"/>
            <a:ext cx="2848373" cy="11050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D27EB7-8BE2-12DB-148D-43EA27AC14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5893" y="2620089"/>
            <a:ext cx="1991003" cy="15242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AAC289-F468-CBE4-B0C0-C9FB5A9668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4524" y="1924667"/>
            <a:ext cx="2743583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2847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84;p44">
            <a:extLst>
              <a:ext uri="{FF2B5EF4-FFF2-40B4-BE49-F238E27FC236}">
                <a16:creationId xmlns:a16="http://schemas.microsoft.com/office/drawing/2014/main" id="{4F2AA5D5-558E-87E6-8C52-2141632EE1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45140" y="288908"/>
            <a:ext cx="345371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Error Calculation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CF7A75-2AF1-BB59-806F-B44F32F3B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3653" y="1050656"/>
            <a:ext cx="5255615" cy="3803936"/>
          </a:xfrm>
          <a:prstGeom prst="rect">
            <a:avLst/>
          </a:prstGeom>
        </p:spPr>
      </p:pic>
      <p:sp>
        <p:nvSpPr>
          <p:cNvPr id="10" name="Google Shape;584;p44">
            <a:extLst>
              <a:ext uri="{FF2B5EF4-FFF2-40B4-BE49-F238E27FC236}">
                <a16:creationId xmlns:a16="http://schemas.microsoft.com/office/drawing/2014/main" id="{5B8E1ABB-25DE-C4B0-1FA7-C3F0258AC613}"/>
              </a:ext>
            </a:extLst>
          </p:cNvPr>
          <p:cNvSpPr txBox="1">
            <a:spLocks/>
          </p:cNvSpPr>
          <p:nvPr/>
        </p:nvSpPr>
        <p:spPr>
          <a:xfrm>
            <a:off x="0" y="1114387"/>
            <a:ext cx="313934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0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r>
              <a:rPr lang="en-US" sz="2400" dirty="0"/>
              <a:t>Parameters update equation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F2387D1-C6E6-7185-EA79-29B96A982F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208551"/>
              </p:ext>
            </p:extLst>
          </p:nvPr>
        </p:nvGraphicFramePr>
        <p:xfrm>
          <a:off x="279848" y="2952624"/>
          <a:ext cx="2579650" cy="914400"/>
        </p:xfrm>
        <a:graphic>
          <a:graphicData uri="http://schemas.openxmlformats.org/drawingml/2006/table">
            <a:tbl>
              <a:tblPr firstRow="1" bandRow="1">
                <a:tableStyleId>{E8B17DFC-B365-4B84-9A40-C599E0121C9D}</a:tableStyleId>
              </a:tblPr>
              <a:tblGrid>
                <a:gridCol w="1289825">
                  <a:extLst>
                    <a:ext uri="{9D8B030D-6E8A-4147-A177-3AD203B41FA5}">
                      <a16:colId xmlns:a16="http://schemas.microsoft.com/office/drawing/2014/main" val="2858697165"/>
                    </a:ext>
                  </a:extLst>
                </a:gridCol>
                <a:gridCol w="1289825">
                  <a:extLst>
                    <a:ext uri="{9D8B030D-6E8A-4147-A177-3AD203B41FA5}">
                      <a16:colId xmlns:a16="http://schemas.microsoft.com/office/drawing/2014/main" val="1002492262"/>
                    </a:ext>
                  </a:extLst>
                </a:gridCol>
              </a:tblGrid>
              <a:tr h="294888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W1 new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0.197466943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8682348"/>
                  </a:ext>
                </a:extLst>
              </a:tr>
              <a:tr h="294888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W2 new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0.499155648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580084"/>
                  </a:ext>
                </a:extLst>
              </a:tr>
              <a:tr h="294888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b new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  <a:effectLst/>
                        </a:rPr>
                        <a:t>1.821556479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43290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608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84;p44">
            <a:extLst>
              <a:ext uri="{FF2B5EF4-FFF2-40B4-BE49-F238E27FC236}">
                <a16:creationId xmlns:a16="http://schemas.microsoft.com/office/drawing/2014/main" id="{4F2AA5D5-558E-87E6-8C52-2141632EE1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45140" y="288908"/>
            <a:ext cx="345371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Error Calculation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CF7A75-2AF1-BB59-806F-B44F32F3B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3653" y="1050656"/>
            <a:ext cx="5255615" cy="3803936"/>
          </a:xfrm>
          <a:prstGeom prst="rect">
            <a:avLst/>
          </a:prstGeom>
        </p:spPr>
      </p:pic>
      <p:sp>
        <p:nvSpPr>
          <p:cNvPr id="10" name="Google Shape;584;p44">
            <a:extLst>
              <a:ext uri="{FF2B5EF4-FFF2-40B4-BE49-F238E27FC236}">
                <a16:creationId xmlns:a16="http://schemas.microsoft.com/office/drawing/2014/main" id="{5B8E1ABB-25DE-C4B0-1FA7-C3F0258AC613}"/>
              </a:ext>
            </a:extLst>
          </p:cNvPr>
          <p:cNvSpPr txBox="1">
            <a:spLocks/>
          </p:cNvSpPr>
          <p:nvPr/>
        </p:nvSpPr>
        <p:spPr>
          <a:xfrm>
            <a:off x="0" y="1114387"/>
            <a:ext cx="313934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0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r>
              <a:rPr lang="en-US" sz="2400" dirty="0"/>
              <a:t>Update our network parameters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F2387D1-C6E6-7185-EA79-29B96A982F73}"/>
              </a:ext>
            </a:extLst>
          </p:cNvPr>
          <p:cNvGraphicFramePr>
            <a:graphicFrameLocks noGrp="1"/>
          </p:cNvGraphicFramePr>
          <p:nvPr/>
        </p:nvGraphicFramePr>
        <p:xfrm>
          <a:off x="279848" y="2952624"/>
          <a:ext cx="2579650" cy="914400"/>
        </p:xfrm>
        <a:graphic>
          <a:graphicData uri="http://schemas.openxmlformats.org/drawingml/2006/table">
            <a:tbl>
              <a:tblPr firstRow="1" bandRow="1">
                <a:tableStyleId>{E8B17DFC-B365-4B84-9A40-C599E0121C9D}</a:tableStyleId>
              </a:tblPr>
              <a:tblGrid>
                <a:gridCol w="1289825">
                  <a:extLst>
                    <a:ext uri="{9D8B030D-6E8A-4147-A177-3AD203B41FA5}">
                      <a16:colId xmlns:a16="http://schemas.microsoft.com/office/drawing/2014/main" val="2858697165"/>
                    </a:ext>
                  </a:extLst>
                </a:gridCol>
                <a:gridCol w="1289825">
                  <a:extLst>
                    <a:ext uri="{9D8B030D-6E8A-4147-A177-3AD203B41FA5}">
                      <a16:colId xmlns:a16="http://schemas.microsoft.com/office/drawing/2014/main" val="1002492262"/>
                    </a:ext>
                  </a:extLst>
                </a:gridCol>
              </a:tblGrid>
              <a:tr h="294888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W1 new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0.197466943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8682348"/>
                  </a:ext>
                </a:extLst>
              </a:tr>
              <a:tr h="294888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W2 new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0.499155648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3580084"/>
                  </a:ext>
                </a:extLst>
              </a:tr>
              <a:tr h="294888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</a:rPr>
                        <a:t>b new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>
                              <a:lumMod val="10000"/>
                              <a:lumOff val="90000"/>
                            </a:schemeClr>
                          </a:solidFill>
                          <a:effectLst/>
                        </a:rPr>
                        <a:t>1.821556479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43290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87192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84;p44">
            <a:extLst>
              <a:ext uri="{FF2B5EF4-FFF2-40B4-BE49-F238E27FC236}">
                <a16:creationId xmlns:a16="http://schemas.microsoft.com/office/drawing/2014/main" id="{4F2AA5D5-558E-87E6-8C52-2141632EE1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45140" y="288908"/>
            <a:ext cx="345371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Error Calculation</a:t>
            </a:r>
          </a:p>
        </p:txBody>
      </p:sp>
      <p:sp>
        <p:nvSpPr>
          <p:cNvPr id="10" name="Google Shape;584;p44">
            <a:extLst>
              <a:ext uri="{FF2B5EF4-FFF2-40B4-BE49-F238E27FC236}">
                <a16:creationId xmlns:a16="http://schemas.microsoft.com/office/drawing/2014/main" id="{5B8E1ABB-25DE-C4B0-1FA7-C3F0258AC613}"/>
              </a:ext>
            </a:extLst>
          </p:cNvPr>
          <p:cNvSpPr txBox="1">
            <a:spLocks/>
          </p:cNvSpPr>
          <p:nvPr/>
        </p:nvSpPr>
        <p:spPr>
          <a:xfrm>
            <a:off x="89210" y="1463057"/>
            <a:ext cx="289931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0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r>
              <a:rPr lang="en-US" sz="1800" dirty="0"/>
              <a:t>For the derivative of the error W.R.T the predicted output: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96FF12-FFA7-C4CD-54C4-65FEA551F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572" y="1257237"/>
            <a:ext cx="4758317" cy="26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4048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84;p44">
            <a:extLst>
              <a:ext uri="{FF2B5EF4-FFF2-40B4-BE49-F238E27FC236}">
                <a16:creationId xmlns:a16="http://schemas.microsoft.com/office/drawing/2014/main" id="{4F2AA5D5-558E-87E6-8C52-2141632EE1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45140" y="288908"/>
            <a:ext cx="345371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Error Calculation</a:t>
            </a:r>
          </a:p>
        </p:txBody>
      </p:sp>
      <p:sp>
        <p:nvSpPr>
          <p:cNvPr id="10" name="Google Shape;584;p44">
            <a:extLst>
              <a:ext uri="{FF2B5EF4-FFF2-40B4-BE49-F238E27FC236}">
                <a16:creationId xmlns:a16="http://schemas.microsoft.com/office/drawing/2014/main" id="{5B8E1ABB-25DE-C4B0-1FA7-C3F0258AC613}"/>
              </a:ext>
            </a:extLst>
          </p:cNvPr>
          <p:cNvSpPr txBox="1">
            <a:spLocks/>
          </p:cNvSpPr>
          <p:nvPr/>
        </p:nvSpPr>
        <p:spPr>
          <a:xfrm>
            <a:off x="74342" y="1999050"/>
            <a:ext cx="289931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0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r>
              <a:rPr lang="en-US" sz="1800" dirty="0"/>
              <a:t>For the derivative of the predicted output W.R.T, SOP: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A3F004-D9D5-0974-9190-DBBB7BB3D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1153" y="1567174"/>
            <a:ext cx="5389845" cy="2469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5642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84;p44">
            <a:extLst>
              <a:ext uri="{FF2B5EF4-FFF2-40B4-BE49-F238E27FC236}">
                <a16:creationId xmlns:a16="http://schemas.microsoft.com/office/drawing/2014/main" id="{4F2AA5D5-558E-87E6-8C52-2141632EE1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45140" y="288908"/>
            <a:ext cx="345371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Error Calculation</a:t>
            </a:r>
          </a:p>
        </p:txBody>
      </p:sp>
      <p:sp>
        <p:nvSpPr>
          <p:cNvPr id="10" name="Google Shape;584;p44">
            <a:extLst>
              <a:ext uri="{FF2B5EF4-FFF2-40B4-BE49-F238E27FC236}">
                <a16:creationId xmlns:a16="http://schemas.microsoft.com/office/drawing/2014/main" id="{5B8E1ABB-25DE-C4B0-1FA7-C3F0258AC613}"/>
              </a:ext>
            </a:extLst>
          </p:cNvPr>
          <p:cNvSpPr txBox="1">
            <a:spLocks/>
          </p:cNvSpPr>
          <p:nvPr/>
        </p:nvSpPr>
        <p:spPr>
          <a:xfrm>
            <a:off x="74342" y="1999050"/>
            <a:ext cx="289931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0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r>
              <a:rPr lang="en-US" sz="1800" dirty="0"/>
              <a:t>For the derivative of SOP W.R.T W1: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BEBD58-1A70-811E-DA06-03ABDFA420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7697" y="1322245"/>
            <a:ext cx="4458322" cy="315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401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84;p44">
            <a:extLst>
              <a:ext uri="{FF2B5EF4-FFF2-40B4-BE49-F238E27FC236}">
                <a16:creationId xmlns:a16="http://schemas.microsoft.com/office/drawing/2014/main" id="{4F2AA5D5-558E-87E6-8C52-2141632EE1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45140" y="288908"/>
            <a:ext cx="345371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Error Calculation</a:t>
            </a:r>
          </a:p>
        </p:txBody>
      </p:sp>
      <p:sp>
        <p:nvSpPr>
          <p:cNvPr id="10" name="Google Shape;584;p44">
            <a:extLst>
              <a:ext uri="{FF2B5EF4-FFF2-40B4-BE49-F238E27FC236}">
                <a16:creationId xmlns:a16="http://schemas.microsoft.com/office/drawing/2014/main" id="{5B8E1ABB-25DE-C4B0-1FA7-C3F0258AC613}"/>
              </a:ext>
            </a:extLst>
          </p:cNvPr>
          <p:cNvSpPr txBox="1">
            <a:spLocks/>
          </p:cNvSpPr>
          <p:nvPr/>
        </p:nvSpPr>
        <p:spPr>
          <a:xfrm>
            <a:off x="74342" y="1999050"/>
            <a:ext cx="289931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0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r>
              <a:rPr lang="en-US" sz="1800" dirty="0"/>
              <a:t>For the derivative of SOP W.R.T W2: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49E00A-AFB8-A4FE-382C-337CB9CE8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7275" y="1255916"/>
            <a:ext cx="4467849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3397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84;p44">
            <a:extLst>
              <a:ext uri="{FF2B5EF4-FFF2-40B4-BE49-F238E27FC236}">
                <a16:creationId xmlns:a16="http://schemas.microsoft.com/office/drawing/2014/main" id="{4F2AA5D5-558E-87E6-8C52-2141632EE1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45140" y="288908"/>
            <a:ext cx="345371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Error Calculation</a:t>
            </a:r>
          </a:p>
        </p:txBody>
      </p:sp>
      <p:sp>
        <p:nvSpPr>
          <p:cNvPr id="10" name="Google Shape;584;p44">
            <a:extLst>
              <a:ext uri="{FF2B5EF4-FFF2-40B4-BE49-F238E27FC236}">
                <a16:creationId xmlns:a16="http://schemas.microsoft.com/office/drawing/2014/main" id="{5B8E1ABB-25DE-C4B0-1FA7-C3F0258AC613}"/>
              </a:ext>
            </a:extLst>
          </p:cNvPr>
          <p:cNvSpPr txBox="1">
            <a:spLocks/>
          </p:cNvSpPr>
          <p:nvPr/>
        </p:nvSpPr>
        <p:spPr>
          <a:xfrm>
            <a:off x="356840" y="1507932"/>
            <a:ext cx="289931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0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r>
              <a:rPr lang="en-US" sz="1800" dirty="0"/>
              <a:t>For the derivative of the error W.R.T W1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1A3D60-48AD-6157-0E41-9259E9256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8313" y="1413096"/>
            <a:ext cx="4544059" cy="12765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0BC517-9803-5139-3629-1DFE4CA382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565" y="3075317"/>
            <a:ext cx="4734586" cy="1371791"/>
          </a:xfrm>
          <a:prstGeom prst="rect">
            <a:avLst/>
          </a:prstGeom>
        </p:spPr>
      </p:pic>
      <p:sp>
        <p:nvSpPr>
          <p:cNvPr id="8" name="Google Shape;584;p44">
            <a:extLst>
              <a:ext uri="{FF2B5EF4-FFF2-40B4-BE49-F238E27FC236}">
                <a16:creationId xmlns:a16="http://schemas.microsoft.com/office/drawing/2014/main" id="{476C9287-06EA-440A-D371-57268E606C80}"/>
              </a:ext>
            </a:extLst>
          </p:cNvPr>
          <p:cNvSpPr txBox="1">
            <a:spLocks/>
          </p:cNvSpPr>
          <p:nvPr/>
        </p:nvSpPr>
        <p:spPr>
          <a:xfrm>
            <a:off x="538976" y="3188512"/>
            <a:ext cx="289931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0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r>
              <a:rPr lang="en-US" sz="1800" dirty="0"/>
              <a:t>For the derivative of the error W.R.T W2</a:t>
            </a:r>
          </a:p>
        </p:txBody>
      </p:sp>
    </p:spTree>
    <p:extLst>
      <p:ext uri="{BB962C8B-B14F-4D97-AF65-F5344CB8AC3E}">
        <p14:creationId xmlns:p14="http://schemas.microsoft.com/office/powerpoint/2010/main" val="32085412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84;p44">
            <a:extLst>
              <a:ext uri="{FF2B5EF4-FFF2-40B4-BE49-F238E27FC236}">
                <a16:creationId xmlns:a16="http://schemas.microsoft.com/office/drawing/2014/main" id="{4F2AA5D5-558E-87E6-8C52-2141632EE1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24780" y="303776"/>
            <a:ext cx="3294439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Backward pass</a:t>
            </a:r>
          </a:p>
        </p:txBody>
      </p:sp>
      <p:sp>
        <p:nvSpPr>
          <p:cNvPr id="8" name="Google Shape;584;p44">
            <a:extLst>
              <a:ext uri="{FF2B5EF4-FFF2-40B4-BE49-F238E27FC236}">
                <a16:creationId xmlns:a16="http://schemas.microsoft.com/office/drawing/2014/main" id="{A80D5814-42C3-2561-CA6E-40FBD8D469AC}"/>
              </a:ext>
            </a:extLst>
          </p:cNvPr>
          <p:cNvSpPr txBox="1">
            <a:spLocks/>
          </p:cNvSpPr>
          <p:nvPr/>
        </p:nvSpPr>
        <p:spPr>
          <a:xfrm>
            <a:off x="1627798" y="1288800"/>
            <a:ext cx="5888401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0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r>
              <a:rPr lang="en-US" sz="1600" dirty="0"/>
              <a:t>Because the result of the ∂E/W1 derivative is positive, this means if W1 increases by 1, then the total error increases by 0.009276093. </a:t>
            </a:r>
          </a:p>
          <a:p>
            <a:endParaRPr lang="en-US" sz="1600" dirty="0"/>
          </a:p>
          <a:p>
            <a:r>
              <a:rPr lang="en-US" sz="1600" dirty="0"/>
              <a:t>Because the result of the ∂E/W2 derivative is positive, this means that if W2 increases by 1 then the total error increases by 0.027828278. </a:t>
            </a:r>
          </a:p>
        </p:txBody>
      </p:sp>
    </p:spTree>
    <p:extLst>
      <p:ext uri="{BB962C8B-B14F-4D97-AF65-F5344CB8AC3E}">
        <p14:creationId xmlns:p14="http://schemas.microsoft.com/office/powerpoint/2010/main" val="34979599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84;p44">
            <a:extLst>
              <a:ext uri="{FF2B5EF4-FFF2-40B4-BE49-F238E27FC236}">
                <a16:creationId xmlns:a16="http://schemas.microsoft.com/office/drawing/2014/main" id="{4F2AA5D5-558E-87E6-8C52-2141632EE1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59647" y="303776"/>
            <a:ext cx="362470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Updating weights</a:t>
            </a:r>
          </a:p>
        </p:txBody>
      </p:sp>
      <p:sp>
        <p:nvSpPr>
          <p:cNvPr id="6" name="Google Shape;584;p44">
            <a:extLst>
              <a:ext uri="{FF2B5EF4-FFF2-40B4-BE49-F238E27FC236}">
                <a16:creationId xmlns:a16="http://schemas.microsoft.com/office/drawing/2014/main" id="{C253A632-6367-0425-39AA-2E9F2DB9E1AD}"/>
              </a:ext>
            </a:extLst>
          </p:cNvPr>
          <p:cNvSpPr txBox="1">
            <a:spLocks/>
          </p:cNvSpPr>
          <p:nvPr/>
        </p:nvSpPr>
        <p:spPr>
          <a:xfrm>
            <a:off x="341971" y="1337531"/>
            <a:ext cx="289931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0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r>
              <a:rPr lang="en-US" sz="1800" dirty="0"/>
              <a:t>For W1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7B9156-CDA4-77FD-E639-94CFA4961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1833" y="1956131"/>
            <a:ext cx="3267531" cy="17433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58F945A-100B-1EC9-B22D-18882AA227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71" y="1984710"/>
            <a:ext cx="3334215" cy="1686160"/>
          </a:xfrm>
          <a:prstGeom prst="rect">
            <a:avLst/>
          </a:prstGeom>
        </p:spPr>
      </p:pic>
      <p:sp>
        <p:nvSpPr>
          <p:cNvPr id="11" name="Google Shape;584;p44">
            <a:extLst>
              <a:ext uri="{FF2B5EF4-FFF2-40B4-BE49-F238E27FC236}">
                <a16:creationId xmlns:a16="http://schemas.microsoft.com/office/drawing/2014/main" id="{1C3BC72C-287C-2002-9B2F-2570F8536F49}"/>
              </a:ext>
            </a:extLst>
          </p:cNvPr>
          <p:cNvSpPr txBox="1">
            <a:spLocks/>
          </p:cNvSpPr>
          <p:nvPr/>
        </p:nvSpPr>
        <p:spPr>
          <a:xfrm>
            <a:off x="5255939" y="1412010"/>
            <a:ext cx="289931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0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r>
              <a:rPr lang="en-US" sz="1800" dirty="0"/>
              <a:t>For W2</a:t>
            </a:r>
          </a:p>
        </p:txBody>
      </p:sp>
    </p:spTree>
    <p:extLst>
      <p:ext uri="{BB962C8B-B14F-4D97-AF65-F5344CB8AC3E}">
        <p14:creationId xmlns:p14="http://schemas.microsoft.com/office/powerpoint/2010/main" val="40750936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84;p44">
            <a:extLst>
              <a:ext uri="{FF2B5EF4-FFF2-40B4-BE49-F238E27FC236}">
                <a16:creationId xmlns:a16="http://schemas.microsoft.com/office/drawing/2014/main" id="{4F2AA5D5-558E-87E6-8C52-2141632EE1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3509" y="266606"/>
            <a:ext cx="721697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The new forward pass calculations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A8B5F9-EF30-D568-69F2-F97F4EE6E6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3469" y="988904"/>
            <a:ext cx="4717058" cy="3738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3446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84;p44">
            <a:extLst>
              <a:ext uri="{FF2B5EF4-FFF2-40B4-BE49-F238E27FC236}">
                <a16:creationId xmlns:a16="http://schemas.microsoft.com/office/drawing/2014/main" id="{4F2AA5D5-558E-87E6-8C52-2141632EE1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3509" y="266606"/>
            <a:ext cx="721697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Result</a:t>
            </a:r>
          </a:p>
        </p:txBody>
      </p:sp>
      <p:sp>
        <p:nvSpPr>
          <p:cNvPr id="3" name="Google Shape;584;p44">
            <a:extLst>
              <a:ext uri="{FF2B5EF4-FFF2-40B4-BE49-F238E27FC236}">
                <a16:creationId xmlns:a16="http://schemas.microsoft.com/office/drawing/2014/main" id="{BE713578-0942-CBFD-34BE-534AB993DA19}"/>
              </a:ext>
            </a:extLst>
          </p:cNvPr>
          <p:cNvSpPr txBox="1">
            <a:spLocks/>
          </p:cNvSpPr>
          <p:nvPr/>
        </p:nvSpPr>
        <p:spPr>
          <a:xfrm>
            <a:off x="1627798" y="1288800"/>
            <a:ext cx="5888401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0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ichroma"/>
              <a:buNone/>
              <a:defRPr sz="30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r>
              <a:rPr lang="en-US" sz="1600" dirty="0"/>
              <a:t>When comparing the new error (0.35567134660719907) with the old error (0.356465271), there’s a reduction of 0.0007939243928009043. As long as there’s a reduction, we’re moving in the right direction. </a:t>
            </a:r>
          </a:p>
          <a:p>
            <a:endParaRPr lang="en-US" sz="1600" dirty="0"/>
          </a:p>
          <a:p>
            <a:r>
              <a:rPr lang="en-US" sz="1600" dirty="0"/>
              <a:t>The error reduction is small because we’re using a small learning rate (0.01)</a:t>
            </a:r>
          </a:p>
        </p:txBody>
      </p:sp>
    </p:spTree>
    <p:extLst>
      <p:ext uri="{BB962C8B-B14F-4D97-AF65-F5344CB8AC3E}">
        <p14:creationId xmlns:p14="http://schemas.microsoft.com/office/powerpoint/2010/main" val="3382536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32;p47">
            <a:extLst>
              <a:ext uri="{FF2B5EF4-FFF2-40B4-BE49-F238E27FC236}">
                <a16:creationId xmlns:a16="http://schemas.microsoft.com/office/drawing/2014/main" id="{2E719E02-972A-BEDC-8638-9F5496FA56BF}"/>
              </a:ext>
            </a:extLst>
          </p:cNvPr>
          <p:cNvSpPr txBox="1">
            <a:spLocks/>
          </p:cNvSpPr>
          <p:nvPr/>
        </p:nvSpPr>
        <p:spPr>
          <a:xfrm>
            <a:off x="2382300" y="2043600"/>
            <a:ext cx="4379400" cy="10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ichroma"/>
              <a:buNone/>
              <a:defRPr sz="6000" b="0" i="0" u="none" strike="noStrike" cap="none">
                <a:solidFill>
                  <a:schemeClr val="dk2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ichroma"/>
              <a:buNone/>
              <a:defRPr sz="96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ichroma"/>
              <a:buNone/>
              <a:defRPr sz="96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ichroma"/>
              <a:buNone/>
              <a:defRPr sz="96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ichroma"/>
              <a:buNone/>
              <a:defRPr sz="96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ichroma"/>
              <a:buNone/>
              <a:defRPr sz="96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ichroma"/>
              <a:buNone/>
              <a:defRPr sz="96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ichroma"/>
              <a:buNone/>
              <a:defRPr sz="96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Michroma"/>
              <a:buNone/>
              <a:defRPr sz="9600" b="1" i="0" u="none" strike="noStrike" cap="none">
                <a:solidFill>
                  <a:schemeClr val="dk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390265820"/>
      </p:ext>
    </p:extLst>
  </p:cSld>
  <p:clrMapOvr>
    <a:masterClrMapping/>
  </p:clrMapOvr>
</p:sld>
</file>

<file path=ppt/theme/theme1.xml><?xml version="1.0" encoding="utf-8"?>
<a:theme xmlns:a="http://schemas.openxmlformats.org/drawingml/2006/main" name="5G Wireless Technology Campaign by Slidesgo">
  <a:themeElements>
    <a:clrScheme name="Simple Light">
      <a:dk1>
        <a:srgbClr val="F1FFFD"/>
      </a:dk1>
      <a:lt1>
        <a:srgbClr val="1A1919"/>
      </a:lt1>
      <a:dk2>
        <a:srgbClr val="FC86E1"/>
      </a:dk2>
      <a:lt2>
        <a:srgbClr val="C26AF4"/>
      </a:lt2>
      <a:accent1>
        <a:srgbClr val="825DA9"/>
      </a:accent1>
      <a:accent2>
        <a:srgbClr val="8CC1D4"/>
      </a:accent2>
      <a:accent3>
        <a:srgbClr val="2186E1"/>
      </a:accent3>
      <a:accent4>
        <a:srgbClr val="FFAF94"/>
      </a:accent4>
      <a:accent5>
        <a:srgbClr val="E9E9C8"/>
      </a:accent5>
      <a:accent6>
        <a:srgbClr val="FFFFFF"/>
      </a:accent6>
      <a:hlink>
        <a:srgbClr val="F1FFF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394</Words>
  <Application>Microsoft Office PowerPoint</Application>
  <PresentationFormat>On-screen Show (16:9)</PresentationFormat>
  <Paragraphs>84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Calibri</vt:lpstr>
      <vt:lpstr>Arial</vt:lpstr>
      <vt:lpstr>Michroma</vt:lpstr>
      <vt:lpstr>Archivo</vt:lpstr>
      <vt:lpstr>5G Wireless Technology Campaign by Slidesgo</vt:lpstr>
      <vt:lpstr>Explanation of Backpropagation Algorithm</vt:lpstr>
      <vt:lpstr>Table of contents</vt:lpstr>
      <vt:lpstr>Fundamental concepts</vt:lpstr>
      <vt:lpstr>Backpropagation is an iterative algorithm, that helps to minimize the cost function by determining which weights and biases should be adjusted.</vt:lpstr>
      <vt:lpstr>Key steps</vt:lpstr>
      <vt:lpstr>Illustration of the backpropagation algorithm</vt:lpstr>
      <vt:lpstr>Four main steps in the backpropagation algorithm</vt:lpstr>
      <vt:lpstr>PowerPoint Presentation</vt:lpstr>
      <vt:lpstr>Essential mathematical formulas</vt:lpstr>
      <vt:lpstr>Sum of product (s):</vt:lpstr>
      <vt:lpstr>Error function:</vt:lpstr>
      <vt:lpstr>The derivative of the error W.R.T the weights:</vt:lpstr>
      <vt:lpstr>Accompanied by a simple example</vt:lpstr>
      <vt:lpstr>PowerPoint Presentation</vt:lpstr>
      <vt:lpstr>Example</vt:lpstr>
      <vt:lpstr>PowerPoint Presentation</vt:lpstr>
      <vt:lpstr>Forward pass</vt:lpstr>
      <vt:lpstr>Error Calculation</vt:lpstr>
      <vt:lpstr>Error Calculation</vt:lpstr>
      <vt:lpstr>Error Calculation</vt:lpstr>
      <vt:lpstr>Error Calculation</vt:lpstr>
      <vt:lpstr>Error Calculation</vt:lpstr>
      <vt:lpstr>Error Calculation</vt:lpstr>
      <vt:lpstr>Error Calculation</vt:lpstr>
      <vt:lpstr>Backward pass</vt:lpstr>
      <vt:lpstr>Updating weights</vt:lpstr>
      <vt:lpstr>The new forward pass calculations</vt:lpstr>
      <vt:lpstr>Result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PHAN TRÍ TÀI</cp:lastModifiedBy>
  <cp:revision>4</cp:revision>
  <dcterms:modified xsi:type="dcterms:W3CDTF">2024-06-04T15:57:53Z</dcterms:modified>
</cp:coreProperties>
</file>